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handoutMasterIdLst>
    <p:handoutMasterId r:id="rId15"/>
  </p:handoutMasterIdLst>
  <p:sldIdLst>
    <p:sldId id="257" r:id="rId3"/>
    <p:sldId id="15000343" r:id="rId4"/>
    <p:sldId id="15000344" r:id="rId6"/>
    <p:sldId id="15000379" r:id="rId7"/>
    <p:sldId id="15000345" r:id="rId8"/>
    <p:sldId id="15000346" r:id="rId9"/>
    <p:sldId id="15000368" r:id="rId10"/>
    <p:sldId id="15000347" r:id="rId11"/>
    <p:sldId id="15000348" r:id="rId12"/>
    <p:sldId id="15000350" r:id="rId13"/>
    <p:sldId id="15000371" r:id="rId14"/>
  </p:sldIdLst>
  <p:sldSz cx="24384000" cy="13716000"/>
  <p:notesSz cx="5143500" cy="9144000"/>
  <p:embeddedFontLst>
    <p:embeddedFont>
      <p:font typeface="微软雅黑" panose="020B0503020204020204" charset="-122"/>
      <p:regular r:id="rId20"/>
      <p:bold r:id="rId21"/>
    </p:embeddedFont>
    <p:embeddedFont>
      <p:font typeface="微软雅黑" panose="020B0503020204020204" pitchFamily="34" charset="-120"/>
      <p:regular r:id="rId22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Arial Black" panose="020B0A04020102020204" charset="0"/>
      <p:bold r:id="rId28"/>
    </p:embeddedFont>
  </p:embeddedFontLst>
  <p:custDataLst>
    <p:tags r:id="rId2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54" userDrawn="1">
          <p15:clr>
            <a:srgbClr val="A4A3A4"/>
          </p15:clr>
        </p15:guide>
        <p15:guide id="2" pos="7604" userDrawn="1">
          <p15:clr>
            <a:srgbClr val="A4A3A4"/>
          </p15:clr>
        </p15:guide>
        <p15:guide id="4" pos="7949" userDrawn="1">
          <p15:clr>
            <a:srgbClr val="A4A3A4"/>
          </p15:clr>
        </p15:guide>
        <p15:guide id="5" pos="14515" userDrawn="1">
          <p15:clr>
            <a:srgbClr val="A4A3A4"/>
          </p15:clr>
        </p15:guide>
        <p15:guide id="6" pos="13882" userDrawn="1">
          <p15:clr>
            <a:srgbClr val="A4A3A4"/>
          </p15:clr>
        </p15:guide>
        <p15:guide id="7" pos="152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1947" initials="A" lastIdx="1" clrIdx="0"/>
  <p:cmAuthor id="757" name="未知用户381" initials="未" lastIdx="1" clrIdx="0"/>
  <p:cmAuthor id="1" name="09266(符含强)" initials="" lastIdx="7" clrIdx="0"/>
  <p:cmAuthor id="758" name="未知用户382" initials="未" lastIdx="1" clrIdx="0"/>
  <p:cmAuthor id="2" name="46094(高大鲲)" initials="4" lastIdx="14" clrIdx="1"/>
  <p:cmAuthor id="759" name="未知用户383" initials="未" lastIdx="1" clrIdx="0"/>
  <p:cmAuthor id="3" name="06569" initials="YJ" lastIdx="1" clrIdx="2"/>
  <p:cmAuthor id="760" name="未知用户384" initials="未" lastIdx="1" clrIdx="0"/>
  <p:cmAuthor id="4" name="00120" initials="0" lastIdx="1" clrIdx="3"/>
  <p:cmAuthor id="761" name="未知用户294" initials="未" lastIdx="8" clrIdx="0"/>
  <p:cmAuthor id="5" name="贾慧" initials="j" lastIdx="5" clrIdx="5"/>
  <p:cmAuthor id="762" name="未知用户385" initials="未" lastIdx="2" clrIdx="0"/>
  <p:cmAuthor id="6" name="黄伟" initials="c" lastIdx="1" clrIdx="6"/>
  <p:cmAuthor id="763" name="未知用户386" initials="未" lastIdx="1" clrIdx="1"/>
  <p:cmAuthor id="7" name="Microsoft Office 用户" initials="Office [3]" lastIdx="0" clrIdx="6"/>
  <p:cmAuthor id="764" name="未知用户429" initials="未" lastIdx="1" clrIdx="0"/>
  <p:cmAuthor id="8" name="00006891" initials="0" lastIdx="15" clrIdx="8"/>
  <p:cmAuthor id="765" name="未知用户348" initials="未" lastIdx="1" clrIdx="0"/>
  <p:cmAuthor id="9" name="莫滔10110373" initials="莫" lastIdx="1" clrIdx="8"/>
  <p:cmAuthor id="766" name="未知用户430" initials="未" lastIdx="2" clrIdx="0"/>
  <p:cmAuthor id="10" name="Administrator" initials="A" lastIdx="1" clrIdx="9"/>
  <p:cmAuthor id="767" name="未知用户389" initials="未" lastIdx="1" clrIdx="0"/>
  <p:cmAuthor id="11" name="wu alice" initials="w" lastIdx="2" clrIdx="0"/>
  <p:cmAuthor id="768" name="未知用户350" initials="未" lastIdx="1" clrIdx="0"/>
  <p:cmAuthor id="12" name="赵欣" initials="赵" lastIdx="3" clrIdx="0"/>
  <p:cmAuthor id="769" name="未知用户431" initials="未" lastIdx="1" clrIdx="0"/>
  <p:cmAuthor id="13" name="马云飞10014438" initials="马" lastIdx="4" clrIdx="0"/>
  <p:cmAuthor id="770" name="未知用户351" initials="未" lastIdx="8" clrIdx="0"/>
  <p:cmAuthor id="14" name="John" initials="J" lastIdx="36" clrIdx="13"/>
  <p:cmAuthor id="771" name="未知用户432" initials="未" lastIdx="1" clrIdx="0"/>
  <p:cmAuthor id="15" name="10025093" initials="1" lastIdx="51" clrIdx="14"/>
  <p:cmAuthor id="772" name="未知用户392" initials="未" lastIdx="1" clrIdx="0"/>
  <p:cmAuthor id="16" name="10078380" initials="1" lastIdx="1" clrIdx="15"/>
  <p:cmAuthor id="773" name="未知用户433" initials="未" lastIdx="1" clrIdx="0"/>
  <p:cmAuthor id="17" name="00035181" initials="0" lastIdx="1" clrIdx="16"/>
  <p:cmAuthor id="774" name="未知用户434" initials="未" lastIdx="1" clrIdx="0"/>
  <p:cmAuthor id="18" name="张燕" initials="MSOffice" lastIdx="1" clrIdx="17"/>
  <p:cmAuthor id="775" name="未知用户393" initials="未" lastIdx="11" clrIdx="0"/>
  <p:cmAuthor id="19" name="Saku Uchikawa" initials="S" lastIdx="11" clrIdx="0"/>
  <p:cmAuthor id="776" name="未知用户435" initials="未" lastIdx="7" clrIdx="1"/>
  <p:cmAuthor id="20" name="00065088" initials="0" lastIdx="2" clrIdx="19"/>
  <p:cmAuthor id="777" name="未知用户356" initials="未" lastIdx="1" clrIdx="2"/>
  <p:cmAuthor id="21" name="10066351" initials="1" lastIdx="2" clrIdx="0"/>
  <p:cmAuthor id="778" name="未知用户436" initials="未" lastIdx="1" clrIdx="0"/>
  <p:cmAuthor id="22" name="蔡建楠" initials="caijianna" lastIdx="15" clrIdx="17"/>
  <p:cmAuthor id="779" name="未知用户396" initials="未" lastIdx="1" clrIdx="0"/>
  <p:cmAuthor id="1411827" name="黄晓平" initials="黄" lastIdx="0" clrIdx="0"/>
  <p:cmAuthor id="23" name="fyl" initials="f" lastIdx="3" clrIdx="2"/>
  <p:cmAuthor id="780" name="未知用户437" initials="未" lastIdx="1" clrIdx="1"/>
  <p:cmAuthor id="1411828" name="韩晓宇00207529" initials="韩晓宇00207529" lastIdx="1" clrIdx="38"/>
  <p:cmAuthor id="24" name="wenzi" initials="w" lastIdx="8" clrIdx="0"/>
  <p:cmAuthor id="781" name="未知用户397" initials="未" lastIdx="1" clrIdx="0"/>
  <p:cmAuthor id="1411829" name="任涛10036216" initials="任涛10036216" lastIdx="1" clrIdx="41"/>
  <p:cmAuthor id="25" name="Shirley D Duo" initials="S" lastIdx="1" clrIdx="27"/>
  <p:cmAuthor id="782" name="未知用户419" initials="未" lastIdx="1" clrIdx="0"/>
  <p:cmAuthor id="1411830" name="唐 赛" initials="唐" lastIdx="1" clrIdx="45"/>
  <p:cmAuthor id="26" name="周轶奇/上研技术保障部/研发中心/总行机关/ABC" initials="周" lastIdx="6" clrIdx="26"/>
  <p:cmAuthor id="783" name="未知用户399" initials="未" lastIdx="2" clrIdx="0"/>
  <p:cmAuthor id="191251535" name="沈霄雷" initials="沈" lastIdx="833089" clrIdx="0"/>
  <p:cmAuthor id="784" name="未知用户438" initials="未" lastIdx="7" clrIdx="1"/>
  <p:cmAuthor id="27" name="杨庆辰" initials="杨" lastIdx="9" clrIdx="27"/>
  <p:cmAuthor id="191251536" name="Wangjian (Frank)" initials="W(" lastIdx="1" clrIdx="44"/>
  <p:cmAuthor id="785" name="未知用户401" initials="未" lastIdx="43" clrIdx="1"/>
  <p:cmAuthor id="28" name="霍桃梅/成研开发二部/研发中心/总行机关/ABC" initials="霍" lastIdx="5" clrIdx="28"/>
  <p:cmAuthor id="191251537" name="郭 浩" initials="郭" lastIdx="2" clrIdx="25"/>
  <p:cmAuthor id="786" name="未知用户402" initials="未" lastIdx="1" clrIdx="0"/>
  <p:cmAuthor id="29" name="ketchup" initials="k" lastIdx="47" clrIdx="29"/>
  <p:cmAuthor id="191251538" name="y x" initials="yx" lastIdx="1" clrIdx="34"/>
  <p:cmAuthor id="787" name="未知用户403" initials="未" lastIdx="1" clrIdx="0"/>
  <p:cmAuthor id="30" name="匡艺/设备资源管理处/科技与产品管理局/总行机关/ABC" initials="匡" lastIdx="1" clrIdx="30"/>
  <p:cmAuthor id="191251539" name="席琛" initials="" lastIdx="0" clrIdx="58"/>
  <p:cmAuthor id="788" name="未知用户327" initials="未" lastIdx="1" clrIdx="0"/>
  <p:cmAuthor id="31" name="Author" initials="A" lastIdx="0" clrIdx="30"/>
  <p:cmAuthor id="191251540" name="韩剑侠" initials="P" lastIdx="1" clrIdx="41"/>
  <p:cmAuthor id="789" name="未知用户404" initials="未" lastIdx="1" clrIdx="0"/>
  <p:cmAuthor id="32" name="张延堂/应用开发七部/研发中心/总行机关/ABC" initials="张" lastIdx="31" clrIdx="32"/>
  <p:cmAuthor id="191251541" name="孙 笑庆" initials="孙" lastIdx="3" clrIdx="16"/>
  <p:cmAuthor id="790" name="未知用户405" initials="未" lastIdx="1" clrIdx="0"/>
  <p:cmAuthor id="33" name="毕瑜" initials="毕" lastIdx="1" clrIdx="32"/>
  <p:cmAuthor id="191251542" name="yang.yuan" initials="y" lastIdx="0" clrIdx="17"/>
  <p:cmAuthor id="791" name="未知用户439" initials="未" lastIdx="2" clrIdx="0"/>
  <p:cmAuthor id="34" name="朱泳" initials="朱" lastIdx="1" clrIdx="33"/>
  <p:cmAuthor id="191251543" name="王娟" initials="1" lastIdx="1" clrIdx="31"/>
  <p:cmAuthor id="792" name="未知用户406" initials="未" lastIdx="0" clrIdx="0"/>
  <p:cmAuthor id="475196944" name="姚琳" initials="姚" lastIdx="1133934" clrIdx="0"/>
  <p:cmAuthor id="35" name="李亮" initials="李" lastIdx="1" clrIdx="34"/>
  <p:cmAuthor id="36" name="关全全10258021" initials="关全全10258021" lastIdx="1" clrIdx="36"/>
  <p:cmAuthor id="793" name="未知用户440" initials="未" lastIdx="1" clrIdx="0"/>
  <p:cmAuthor id="475196945" name="chen" initials="c" lastIdx="1" clrIdx="2"/>
  <p:cmAuthor id="37" name="黄珂10009187" initials="黄珂10009187" lastIdx="1" clrIdx="37"/>
  <p:cmAuthor id="794" name="未知用户441" initials="未" lastIdx="1" clrIdx="0"/>
  <p:cmAuthor id="795" name="未知用户442" initials="未" lastIdx="1" clrIdx="0"/>
  <p:cmAuthor id="39" name="张 庆飞" initials="张" lastIdx="1" clrIdx="38"/>
  <p:cmAuthor id="796" name="未知用户409" initials="未" lastIdx="2" clrIdx="2"/>
  <p:cmAuthor id="40" name="10054047" initials="1" lastIdx="1" clrIdx="39"/>
  <p:cmAuthor id="797" name="未知用户443" initials="未" lastIdx="1" clrIdx="0"/>
  <p:cmAuthor id="41" name="10072453" initials="1" lastIdx="1" clrIdx="40"/>
  <p:cmAuthor id="798" name="未知用户411" initials="未" lastIdx="3" clrIdx="1"/>
  <p:cmAuthor id="42" name="未知的使用者77" initials="" lastIdx="1" clrIdx="0"/>
  <p:cmAuthor id="799" name="未知用户444" initials="未" lastIdx="6" clrIdx="0"/>
  <p:cmAuthor id="43" name="未知的使用者92" initials="" lastIdx="1" clrIdx="0"/>
  <p:cmAuthor id="800" name="未知用户413" initials="未" lastIdx="1" clrIdx="1"/>
  <p:cmAuthor id="44" name="未知的使用者78" initials="" lastIdx="5" clrIdx="1"/>
  <p:cmAuthor id="801" name="未知用户445" initials="未" lastIdx="1" clrIdx="0"/>
  <p:cmAuthor id="45" name="10319231" initials="1" lastIdx="3" clrIdx="44"/>
  <p:cmAuthor id="802" name="未知用户446" initials="未" lastIdx="1" clrIdx="0"/>
  <p:cmAuthor id="46" name="未知的使用者79" initials="" lastIdx="0" clrIdx="1"/>
  <p:cmAuthor id="803" name="未知用户447" initials="未" lastIdx="1" clrIdx="0"/>
  <p:cmAuthor id="47" name="未知用户107" initials="" lastIdx="1" clrIdx="0"/>
  <p:cmAuthor id="804" name="未知用户448" initials="未" lastIdx="1" clrIdx="0"/>
  <p:cmAuthor id="48" name="未知的使用者80" initials="" lastIdx="0" clrIdx="0"/>
  <p:cmAuthor id="805" name="未知用户333" initials="未" lastIdx="1" clrIdx="0"/>
  <p:cmAuthor id="49" name="未知用户51" initials="" lastIdx="1" clrIdx="1"/>
  <p:cmAuthor id="806" name="未知用户417" initials="未" lastIdx="1" clrIdx="0"/>
  <p:cmAuthor id="50" name="未知的使用者82" initials="" lastIdx="1" clrIdx="0"/>
  <p:cmAuthor id="807" name="未知用户449" initials="未" lastIdx="1" clrIdx="0"/>
  <p:cmAuthor id="51" name="WuWanLing" initials="W" lastIdx="1" clrIdx="50"/>
  <p:cmAuthor id="808" name="未知用户418" initials="未" lastIdx="1" clrIdx="0"/>
  <p:cmAuthor id="52" name="未知的使用者83" initials="" lastIdx="1" clrIdx="0"/>
  <p:cmAuthor id="809" name="未知用户450" initials="未" lastIdx="6" clrIdx="0"/>
  <p:cmAuthor id="53" name="未知的使用者118" initials="" lastIdx="1" clrIdx="0"/>
  <p:cmAuthor id="810" name="未知用户423" initials="未" lastIdx="0" clrIdx="0"/>
  <p:cmAuthor id="54" name="未知的使用者84" initials="" lastIdx="1" clrIdx="1"/>
  <p:cmAuthor id="811" name="未知用户424" initials="未" lastIdx="5" clrIdx="0"/>
  <p:cmAuthor id="55" name="未知的使用者70" initials="" lastIdx="1" clrIdx="0"/>
  <p:cmAuthor id="812" name="未知用户425" initials="未" lastIdx="3" clrIdx="1"/>
  <p:cmAuthor id="56" name="未知的使用者85" initials="" lastIdx="1" clrIdx="0"/>
  <p:cmAuthor id="813" name="未知用户451" initials="未" lastIdx="1" clrIdx="0"/>
  <p:cmAuthor id="57" name="未知的使用者40" initials="" lastIdx="1" clrIdx="0"/>
  <p:cmAuthor id="814" name="未知用户452" initials="未" lastIdx="1" clrIdx="0"/>
  <p:cmAuthor id="58" name="未知的使用者87" initials="" lastIdx="1" clrIdx="0"/>
  <p:cmAuthor id="815" name="未知用户453" initials="未" lastIdx="1" clrIdx="0"/>
  <p:cmAuthor id="59" name="曾红" initials="" lastIdx="0" clrIdx="0"/>
  <p:cmAuthor id="816" name="未知用户454" initials="未" lastIdx="1" clrIdx="2"/>
  <p:cmAuthor id="60" name="未知的使用者90" initials="" lastIdx="8" clrIdx="0"/>
  <p:cmAuthor id="817" name="未知用户455" initials="未" lastIdx="1" clrIdx="0"/>
  <p:cmAuthor id="61" name="未知的使用者29" initials="" lastIdx="1" clrIdx="0"/>
  <p:cmAuthor id="818" name="未知用户456" initials="未" lastIdx="1" clrIdx="0"/>
  <p:cmAuthor id="62" name="未知的使用者91" initials="" lastIdx="1" clrIdx="0"/>
  <p:cmAuthor id="819" name="未知用户457" initials="未" lastIdx="10" clrIdx="0"/>
  <p:cmAuthor id="63" name="未知的使用者98" initials="" lastIdx="1" clrIdx="0"/>
  <p:cmAuthor id="820" name="未知用户458" initials="未" lastIdx="1" clrIdx="0"/>
  <p:cmAuthor id="64" name="CHRISYU" initials="" lastIdx="1" clrIdx="0"/>
  <p:cmAuthor id="821" name="風輕 雲淡" initials="風輕" lastIdx="1" clrIdx="511"/>
  <p:cmAuthor id="65" name="未知的使用者113" initials="" lastIdx="1" clrIdx="2"/>
  <p:cmAuthor id="822" name="张 青山" initials="张" lastIdx="6" clrIdx="545"/>
  <p:cmAuthor id="66" name="liucunri" initials="" lastIdx="1" clrIdx="0"/>
  <p:cmAuthor id="823" name="张青山" initials="张青山" lastIdx="1" clrIdx="546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作者" initials="A" lastIdx="0" clrIdx="24"/>
  <p:cmAuthor id="76" name="30557(何云)" initials="3" lastIdx="1" clrIdx="25"/>
  <p:cmAuthor id="833" name="郏 鹏" initials="郏" lastIdx="1" clrIdx="16"/>
  <p:cmAuthor id="77" name="Admin" initials="A" lastIdx="1" clrIdx="26"/>
  <p:cmAuthor id="834" name="进 揭" initials="进" lastIdx="1" clrIdx="87"/>
  <p:cmAuthor id="78" name="莫 华富" initials="莫" lastIdx="1" clrIdx="27"/>
  <p:cmAuthor id="835" name="郏鹏" initials="郏" lastIdx="1" clrIdx="17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43" name="10015046" initials="1" lastIdx="1" clrIdx="842"/>
  <p:cmAuthor id="87" name="未知用户104" initials="" lastIdx="1" clrIdx="0"/>
  <p:cmAuthor id="88" name="未知用户5" initials="" lastIdx="1" clrIdx="0"/>
  <p:cmAuthor id="89" name="未知的使用者10" initials="" lastIdx="3" clrIdx="1"/>
  <p:cmAuthor id="846" name="未知用户271" initials="未" lastIdx="1" clrIdx="0"/>
  <p:cmAuthor id="90" name="未知的使用者93" initials="" lastIdx="1" clrIdx="1"/>
  <p:cmAuthor id="847" name="未知用户388" initials="未" lastIdx="1" clrIdx="0"/>
  <p:cmAuthor id="91" name="范作霖" initials="范" lastIdx="1" clrIdx="22"/>
  <p:cmAuthor id="92" name="LeeElva" initials="" lastIdx="1" clrIdx="0"/>
  <p:cmAuthor id="849" name="未知用户224" initials="未" lastIdx="5" clrIdx="0"/>
  <p:cmAuthor id="93" name="未知用户99" initials="" lastIdx="1" clrIdx="2"/>
  <p:cmAuthor id="850" name="jesschin" initials="j" lastIdx="1" clrIdx="510"/>
  <p:cmAuthor id="94" name="未知的使用者34" initials="" lastIdx="1" clrIdx="0"/>
  <p:cmAuthor id="623833196" name="楸璐" initials="楸" lastIdx="16" clrIdx="16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856" name="未知用户259" initials="未" lastIdx="1" clrIdx="0"/>
  <p:cmAuthor id="242389229" name="我爱肥肥" initials="我" lastIdx="1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864" name="未知用户270" initials="未" lastIdx="1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868" name="俊呈 賴" initials="俊" lastIdx="1" clrIdx="87"/>
  <p:cmAuthor id="112" name="未知用户58" initials="" lastIdx="5" clrIdx="1"/>
  <p:cmAuthor id="113" name="未知的使用者25" initials="" lastIdx="1" clrIdx="0"/>
  <p:cmAuthor id="114" name="liupeng" initials="" lastIdx="1" clrIdx="1"/>
  <p:cmAuthor id="871" name="Nero" initials="N" lastIdx="2" clrIdx="0"/>
  <p:cmAuthor id="115" name="未知用户24" initials="" lastIdx="1" clrIdx="0"/>
  <p:cmAuthor id="872" name="yifan song" initials="y" lastIdx="1" clrIdx="85"/>
  <p:cmAuthor id="116" name="AbuSina" initials="" lastIdx="2" clrIdx="0"/>
  <p:cmAuthor id="873" name="00332340" initials="0" lastIdx="1" clrIdx="872"/>
  <p:cmAuthor id="117" name="hl sun" initials="" lastIdx="1" clrIdx="0"/>
  <p:cmAuthor id="874" name="00260515" initials="HRP" lastIdx="1" clrIdx="873"/>
  <p:cmAuthor id="118" name="未知的使用者94" initials="" lastIdx="1" clrIdx="2"/>
  <p:cmAuthor id="875" name="v15194" initials="v" lastIdx="13" clrIdx="51"/>
  <p:cmAuthor id="119" name="未知用户66" initials="" lastIdx="1" clrIdx="0"/>
  <p:cmAuthor id="876" name="莊安君" initials="莊" lastIdx="1" clrIdx="65"/>
  <p:cmAuthor id="120" name="郑汝鸿" initials="郑" lastIdx="2" clrIdx="0"/>
  <p:cmAuthor id="121" name="未知用户19" initials="" lastIdx="1" clrIdx="0"/>
  <p:cmAuthor id="122" name="周宏達JerryChou" initials="" lastIdx="6" clrIdx="2"/>
  <p:cmAuthor id="879" name="陳建璋" initials="陳" lastIdx="2" clrIdx="85"/>
  <p:cmAuthor id="123" name="daphne" initials="d" lastIdx="1" clrIdx="0"/>
  <p:cmAuthor id="880" name="建璋" initials="建" lastIdx="1" clrIdx="86"/>
  <p:cmAuthor id="124" name="未知用户7" initials="" lastIdx="1" clrIdx="0"/>
  <p:cmAuthor id="125" name="未知的使用者56" initials="" lastIdx="1" clrIdx="0"/>
  <p:cmAuthor id="882" name="77482" initials="7" lastIdx="2" clrIdx="548"/>
  <p:cmAuthor id="126" name="Unknown User8" initials="U" lastIdx="1" clrIdx="0"/>
  <p:cmAuthor id="883" name="未知用户265" initials="未" lastIdx="2" clrIdx="0"/>
  <p:cmAuthor id="127" name="未知的使用者119" initials="" lastIdx="1" clrIdx="2"/>
  <p:cmAuthor id="884" name="未知用户267" initials="未" lastIdx="1" clrIdx="0"/>
  <p:cmAuthor id="128" name="未知用户59" initials="" lastIdx="0" clrIdx="1"/>
  <p:cmAuthor id="885" name="liuxie" initials="l" lastIdx="1" clrIdx="588"/>
  <p:cmAuthor id="129" name="未知的使用者22" initials="" lastIdx="8" clrIdx="0"/>
  <p:cmAuthor id="886" name="张因然10112423" initials="1" lastIdx="1" clrIdx="885"/>
  <p:cmAuthor id="130" name="未知的使用者103" initials="" lastIdx="8" clrIdx="0"/>
  <p:cmAuthor id="887" name="未知用户241" initials="未" lastIdx="0" clrIdx="1"/>
  <p:cmAuthor id="131" name="Wenwen" initials="" lastIdx="1" clrIdx="1"/>
  <p:cmAuthor id="888" name="未知用户242" initials="未" lastIdx="3" clrIdx="0"/>
  <p:cmAuthor id="132" name="未知的使用者117" initials="" lastIdx="1" clrIdx="0"/>
  <p:cmAuthor id="889" name="10024885" initials="1" lastIdx="2" clrIdx="888"/>
  <p:cmAuthor id="133" name="未知的使用者33" initials="" lastIdx="1" clrIdx="0"/>
  <p:cmAuthor id="890" name="未知用户227" initials="未" lastIdx="1" clrIdx="0"/>
  <p:cmAuthor id="134" name="未知的使用者28" initials="" lastIdx="1" clrIdx="0"/>
  <p:cmAuthor id="891" name="未知用户298" initials="未" lastIdx="1" clrIdx="0"/>
  <p:cmAuthor id="135" name="未知用户67" initials="" lastIdx="1" clrIdx="0"/>
  <p:cmAuthor id="892" name="未知用户299" initials="未" lastIdx="1" clrIdx="0"/>
  <p:cmAuthor id="136" name="未知用户114" initials="" lastIdx="1" clrIdx="0"/>
  <p:cmAuthor id="893" name="10181267" initials="1" lastIdx="2" clrIdx="892"/>
  <p:cmAuthor id="137" name="未知用户18" initials="" lastIdx="10" clrIdx="0"/>
  <p:cmAuthor id="894" name="未知用户302" initials="未" lastIdx="1" clrIdx="0"/>
  <p:cmAuthor id="138" name="未知的使用者67" initials="" lastIdx="1" clrIdx="0"/>
  <p:cmAuthor id="139" name="未知的使用者46" initials="" lastIdx="1" clrIdx="1"/>
  <p:cmAuthor id="896" name="10161768" initials="1" lastIdx="1" clrIdx="895"/>
  <p:cmAuthor id="140" name="未知的使用者26" initials="" lastIdx="1" clrIdx="0"/>
  <p:cmAuthor id="141" name="未知的使用者43" initials="" lastIdx="1" clrIdx="0"/>
  <p:cmAuthor id="898" name="許詩婕" initials="許" lastIdx="1" clrIdx="1"/>
  <p:cmAuthor id="142" name="未知的使用者9" initials="" lastIdx="1" clrIdx="0"/>
  <p:cmAuthor id="899" name="00083425" initials="0" lastIdx="1" clrIdx="898"/>
  <p:cmAuthor id="143" name="未知用户62" initials="" lastIdx="1" clrIdx="1"/>
  <p:cmAuthor id="900" name="minil" initials="m" lastIdx="4" clrIdx="589"/>
  <p:cmAuthor id="353158055" name="韩雨" initials="韩" lastIdx="0" clrIdx="0"/>
  <p:cmAuthor id="901" name="15106" initials="1" lastIdx="4" clrIdx="0"/>
  <p:cmAuthor id="144" name="yuanzh" initials="" lastIdx="1" clrIdx="1"/>
  <p:cmAuthor id="145" name="不明使用者57" initials="" lastIdx="1" clrIdx="0"/>
  <p:cmAuthor id="146" name="未知用户108" initials="" lastIdx="1" clrIdx="0"/>
  <p:cmAuthor id="903" name="赵 璐" initials="赵" lastIdx="4" clrIdx="0"/>
  <p:cmAuthor id="147" name="未知的使用者110" initials="" lastIdx="1" clrIdx="0"/>
  <p:cmAuthor id="904" name="Zhu, Hawk" initials="Z" lastIdx="1" clrIdx="0"/>
  <p:cmAuthor id="148" name="linyd" initials="" lastIdx="3" clrIdx="1"/>
  <p:cmAuthor id="905" name="tanjp" initials="t" lastIdx="0" clrIdx="491"/>
  <p:cmAuthor id="906" name="YS" initials="Y" lastIdx="1" clrIdx="86"/>
  <p:cmAuthor id="150" name="未知的使用者31" initials="" lastIdx="1" clrIdx="0"/>
  <p:cmAuthor id="907" name="Unknown User27" initials="U" lastIdx="1" clrIdx="0"/>
  <p:cmAuthor id="151" name="未知用户81" initials="" lastIdx="1" clrIdx="0"/>
  <p:cmAuthor id="908" name="10285279" initials="1" lastIdx="1" clrIdx="907"/>
  <p:cmAuthor id="152" name="未知用户115" initials="" lastIdx="1" clrIdx="0"/>
  <p:cmAuthor id="909" name="10036782" initials="1" lastIdx="3" clrIdx="908"/>
  <p:cmAuthor id="153" name="未知用户21" initials="" lastIdx="1" clrIdx="0"/>
  <p:cmAuthor id="910" name="Jdi" initials="J" lastIdx="0" clrIdx="0"/>
  <p:cmAuthor id="154" name="未知的使用者68" initials="" lastIdx="1" clrIdx="0"/>
  <p:cmAuthor id="911" name="未知用户337" initials="未" lastIdx="1" clrIdx="0"/>
  <p:cmAuthor id="155" name="mm" initials="" lastIdx="1" clrIdx="0"/>
  <p:cmAuthor id="912" name="未知用户239" initials="未" lastIdx="3" clrIdx="0"/>
  <p:cmAuthor id="156" name="未知用户15" initials="" lastIdx="1" clrIdx="0"/>
  <p:cmAuthor id="913" name="chenmh" initials="c" lastIdx="1" clrIdx="85"/>
  <p:cmAuthor id="157" name="朱晓瑜" initials="" lastIdx="54" clrIdx="0"/>
  <p:cmAuthor id="914" name="CVTEr" initials="C" lastIdx="1" clrIdx="0"/>
  <p:cmAuthor id="158" name="不明使用者20" initials="" lastIdx="1" clrIdx="0"/>
  <p:cmAuthor id="915" name="June C" initials="J" lastIdx="1" clrIdx="4"/>
  <p:cmAuthor id="159" name="未知用户82" initials="" lastIdx="1" clrIdx="0"/>
  <p:cmAuthor id="916" name="00270" initials="0" lastIdx="1" clrIdx="0"/>
  <p:cmAuthor id="160" name="未知的使用者7" initials="" lastIdx="2" clrIdx="0"/>
  <p:cmAuthor id="917" name="IBM_USER" initials="I" lastIdx="4" clrIdx="1"/>
  <p:cmAuthor id="161" name="未知用户6" initials="" lastIdx="8" clrIdx="0"/>
  <p:cmAuthor id="918" name="aa" initials="a" lastIdx="10" clrIdx="9"/>
  <p:cmAuthor id="162" name="未知的使用者55" initials="" lastIdx="1" clrIdx="0"/>
  <p:cmAuthor id="919" name="shinevin liu" initials="s" lastIdx="1" clrIdx="3"/>
  <p:cmAuthor id="163" name="未知的使用者111" initials="" lastIdx="1" clrIdx="0"/>
  <p:cmAuthor id="920" name="Davidpeng" initials="D" lastIdx="1" clrIdx="10"/>
  <p:cmAuthor id="164" name="未知的使用者50" initials="" lastIdx="1" clrIdx="0"/>
  <p:cmAuthor id="921" name="dbc" initials="d" lastIdx="2" clrIdx="0"/>
  <p:cmAuthor id="165" name="未知的使用者11" initials="" lastIdx="1" clrIdx="0"/>
  <p:cmAuthor id="922" name="吴军影" initials="吴" lastIdx="10" clrIdx="0"/>
  <p:cmAuthor id="166" name="未知用户47" initials="" lastIdx="6" clrIdx="0"/>
  <p:cmAuthor id="923" name="冯学沛" initials="冯" lastIdx="1" clrIdx="1"/>
  <p:cmAuthor id="167" name="未知用户106" initials="未" lastIdx="1" clrIdx="0"/>
  <p:cmAuthor id="924" name="杨 超" initials="杨" lastIdx="1" clrIdx="3"/>
  <p:cmAuthor id="168" name="未知用户116" initials="" lastIdx="1" clrIdx="1"/>
  <p:cmAuthor id="925" name="董艺萱00344473" initials="董艺萱003444" lastIdx="11" clrIdx="924"/>
  <p:cmAuthor id="169" name="未知的使用者150" initials="未" lastIdx="1" clrIdx="0"/>
  <p:cmAuthor id="926" name="Rex" initials="R" lastIdx="0" clrIdx="0"/>
  <p:cmAuthor id="170" name="未知的使用者69" initials="" lastIdx="1" clrIdx="1"/>
  <p:cmAuthor id="171" name="未知的使用者112" initials="" lastIdx="1" clrIdx="1"/>
  <p:cmAuthor id="146566726" name="高飞" initials="高" lastIdx="0" clrIdx="0"/>
  <p:cmAuthor id="928" name="10270505" initials="1" lastIdx="1" clrIdx="927"/>
  <p:cmAuthor id="172" name="梁亚栋" initials="梁" lastIdx="776053" clrIdx="0"/>
  <p:cmAuthor id="146566727" name="xzb1" initials="x" lastIdx="1" clrIdx="1"/>
  <p:cmAuthor id="929" name="10145512" initials="1" lastIdx="1" clrIdx="928"/>
  <p:cmAuthor id="173" name="Kevin Hu" initials="" lastIdx="1" clrIdx="0"/>
  <p:cmAuthor id="174" name="未知的使用者38" initials="" lastIdx="1" clrIdx="0"/>
  <p:cmAuthor id="175" name="唐可欣" initials="" lastIdx="1" clrIdx="0"/>
  <p:cmAuthor id="932" name="10225041" initials="1" lastIdx="1" clrIdx="931"/>
  <p:cmAuthor id="176" name="未知的使用者8" initials="" lastIdx="1" clrIdx="0"/>
  <p:cmAuthor id="933" name="00158845" initials="0" lastIdx="1" clrIdx="932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938" name="10129659" initials="1" lastIdx="1" clrIdx="937"/>
  <p:cmAuthor id="182" name="未知的使用者13" initials="" lastIdx="1" clrIdx="0"/>
  <p:cmAuthor id="183" name="djj" initials="" lastIdx="2" clrIdx="0"/>
  <p:cmAuthor id="184" name="未知用户117" initials="" lastIdx="1" clrIdx="2"/>
  <p:cmAuthor id="185" name="赵丽丽" initials="赵" lastIdx="6" clrIdx="3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Unknown User11" initials="U" lastIdx="0" clrIdx="1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未知的使用者76" initials="未" lastIdx="1" clrIdx="0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云峰 贾" initials="云" lastIdx="2" clrIdx="0"/>
  <p:cmAuthor id="216" name="未知的使用者197" initials="未" lastIdx="8" clrIdx="0"/>
  <p:cmAuthor id="441412215" name="tonghailan" initials="t" lastIdx="112697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未知的使用者168" initials="未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1630889422" name="WPS_1725345356" initials="W" lastIdx="3" clrIdx="3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沙俊杰00140688" initials="沙" lastIdx="1" clrIdx="50"/>
  <p:cmAuthor id="323" name="10099398" initials="1" lastIdx="1" clrIdx="322"/>
  <p:cmAuthor id="324" name="10073868" initials="1" lastIdx="3" clrIdx="323"/>
  <p:cmAuthor id="325" name="刘春杰10244342" initials="刘" lastIdx="1" clrIdx="41"/>
  <p:cmAuthor id="326" name="唐芸" initials="唐" lastIdx="5" clrIdx="0"/>
  <p:cmAuthor id="327" name="范汗杰10197873" initials="范" lastIdx="0" clrIdx="50"/>
  <p:cmAuthor id="328" name="倪燕子00036324" initials="倪" lastIdx="7" clrIdx="40"/>
  <p:cmAuthor id="329" name="王林10186938" initials="王" lastIdx="1" clrIdx="41"/>
  <p:cmAuthor id="330" name="0045000519" initials="0" lastIdx="1" clrIdx="0"/>
  <p:cmAuthor id="331" name="WHF" initials="W" lastIdx="0" clrIdx="50"/>
  <p:cmAuthor id="332" name="Liu, Hongqing (NSB - CN/Shanghai)" initials="L" lastIdx="1" clrIdx="41"/>
  <p:cmAuthor id="333" name="10080095" initials="1" lastIdx="1" clrIdx="332"/>
  <p:cmAuthor id="334" name="00021840" initials="0" lastIdx="1" clrIdx="333"/>
  <p:cmAuthor id="335" name="JZX" initials="J" lastIdx="2" clrIdx="50"/>
  <p:cmAuthor id="287643681" name="殷格非" initials="殷" lastIdx="2" clrIdx="0"/>
  <p:cmAuthor id="336" name="10339982" initials="1" lastIdx="2" clrIdx="335"/>
  <p:cmAuthor id="287643682" name="z r" initials="zr" lastIdx="5" clrIdx="12"/>
  <p:cmAuthor id="337" name="李 少峰" initials="李" lastIdx="1" clrIdx="33"/>
  <p:cmAuthor id="287643683" name="8310" initials="8" lastIdx="1" clrIdx="35"/>
  <p:cmAuthor id="338" name="10327298" initials="1" lastIdx="1" clrIdx="337"/>
  <p:cmAuthor id="287643684" name="Aqf" initials="A" lastIdx="1" clrIdx="36"/>
  <p:cmAuthor id="339" name="黄媛媛" initials="黄" lastIdx="1" clrIdx="0"/>
  <p:cmAuthor id="287643685" name="13709759491@139.com" initials="1" lastIdx="1" clrIdx="49"/>
  <p:cmAuthor id="340" name="he feng" initials="h" lastIdx="1" clrIdx="51"/>
  <p:cmAuthor id="691587970" name="小延魔法师" initials="小" lastIdx="1126286" clrIdx="0"/>
  <p:cmAuthor id="287643686" name="zhao jia" initials="zj" lastIdx="1" clrIdx="47"/>
  <p:cmAuthor id="341" name="00334816" initials="0" lastIdx="1" clrIdx="340"/>
  <p:cmAuthor id="691587971" name="朱红新10208100" initials="朱红新10208100" lastIdx="10" clrIdx="50"/>
  <p:cmAuthor id="287643687" name="cheng" initials="c" lastIdx="13" clrIdx="0"/>
  <p:cmAuthor id="342" name="李奇" initials="李" lastIdx="1" clrIdx="23"/>
  <p:cmAuthor id="691587972" name="NTKO" initials="H" lastIdx="2" clrIdx="45"/>
  <p:cmAuthor id="287643688" name="方少_UbQfrimU" initials="authorId_442114952" lastIdx="0" clrIdx="0"/>
  <p:cmAuthor id="343" name="10095622" initials="1" lastIdx="4" clrIdx="342"/>
  <p:cmAuthor id="691587973" name="王航艳00091531" initials="王航艳00091531" lastIdx="28" clrIdx="50"/>
  <p:cmAuthor id="287643689" name="叶盛_Q3A3IfEf" initials="authorId_506280334" lastIdx="0" clrIdx="0"/>
  <p:cmAuthor id="344" name="渠沛" initials="渠" lastIdx="1" clrIdx="35"/>
  <p:cmAuthor id="691587974" name="Xia Meng 00049798" initials="Mandy" lastIdx="11" clrIdx="53"/>
  <p:cmAuthor id="287643690" name="Harley._bEJrUJ7r" initials="authorId_432156705" lastIdx="0" clrIdx="0"/>
  <p:cmAuthor id="345" name="00284818" initials="0" lastIdx="1" clrIdx="344"/>
  <p:cmAuthor id="691587975" name="zdl" initials="z" lastIdx="1" clrIdx="52"/>
  <p:cmAuthor id="287643691" name="罗平_VB7vJb2E" initials="authorId_305049361" lastIdx="0" clrIdx="0"/>
  <p:cmAuthor id="346" name="江莉萍|jiangliping" initials="江" lastIdx="4" clrIdx="26"/>
  <p:cmAuthor id="691587976" name="树东 贾" initials="树贾" lastIdx="1" clrIdx="372"/>
  <p:cmAuthor id="287643692" name="xixi_nUjqe22E" initials="authorId_359229261" lastIdx="0" clrIdx="0"/>
  <p:cmAuthor id="347" name="10011274@zte.intra" initials="1" lastIdx="9" clrIdx="346"/>
  <p:cmAuthor id="287643693" name="安安_zm6nYnYZ" initials="authorId_347340296" lastIdx="0" clrIdx="0"/>
  <p:cmAuthor id="348" name="10039985" initials="1" lastIdx="1" clrIdx="347"/>
  <p:cmAuthor id="287643694" name="nature_emInFJF7" initials="authorId_313163542" lastIdx="0" clrIdx="0"/>
  <p:cmAuthor id="349" name="10223621" initials="1" lastIdx="1" clrIdx="348"/>
  <p:cmAuthor id="287643695" name="杨思思_VNjyvY7j" initials="authorId_430925712" lastIdx="0" clrIdx="0"/>
  <p:cmAuthor id="350" name="周 辉" initials="周" lastIdx="1" clrIdx="34"/>
  <p:cmAuthor id="287643696" name="周君_MfIffYra" initials="authorId_375419134" lastIdx="0" clrIdx="0"/>
  <p:cmAuthor id="351" name="10288998" initials="1" lastIdx="1" clrIdx="350"/>
  <p:cmAuthor id="352" name="10283556" initials="1" lastIdx="1" clrIdx="351"/>
  <p:cmAuthor id="353" name="闫丽娟00014464" initials="闫" lastIdx="3" clrIdx="0"/>
  <p:cmAuthor id="354" name="未知的使用者114" initials="未" lastIdx="1" clrIdx="0"/>
  <p:cmAuthor id="355" name="lirui" initials="l" lastIdx="1" clrIdx="48"/>
  <p:cmAuthor id="356" name="未知的使用者184" initials="未" lastIdx="8" clrIdx="0"/>
  <p:cmAuthor id="357" name="10067286" initials="1" lastIdx="1" clrIdx="354"/>
  <p:cmAuthor id="358" name="张静_Anua7Nne" initials="张" lastIdx="0" clrIdx="0"/>
  <p:cmAuthor id="359" name="MA YOU" initials="M" lastIdx="1" clrIdx="23"/>
  <p:cmAuthor id="360" name="王竑达" initials="王" lastIdx="1" clrIdx="34"/>
  <p:cmAuthor id="361" name="未知的使用者187" initials="未" lastIdx="1" clrIdx="0"/>
  <p:cmAuthor id="362" name="10108380" initials="1" lastIdx="1" clrIdx="361"/>
  <p:cmAuthor id="363" name="未知的使用者179" initials="未" lastIdx="1" clrIdx="0"/>
  <p:cmAuthor id="364" name="00067323@zte.intra" initials="0" lastIdx="1" clrIdx="363"/>
  <p:cmAuthor id="365" name="10006799" initials="1" lastIdx="2" clrIdx="364"/>
  <p:cmAuthor id="366" name="钟 潇文" initials="钟" lastIdx="1" clrIdx="50"/>
  <p:cmAuthor id="367" name="10080235" initials="1" lastIdx="1" clrIdx="366"/>
  <p:cmAuthor id="368" name="Think" initials="T" lastIdx="2" clrIdx="40"/>
  <p:cmAuthor id="369" name="未知的使用者141" initials="未" lastIdx="8" clrIdx="0"/>
  <p:cmAuthor id="370" name="赵泽盛10022760" initials="赵" lastIdx="1" clrIdx="50"/>
  <p:cmAuthor id="371" name="未知的使用者143" initials="未" lastIdx="1" clrIdx="0"/>
  <p:cmAuthor id="372" name="Vincent" initials="VZ" lastIdx="1" clrIdx="371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用户113" initials="未知用户113" lastIdx="8" clrIdx="0"/>
  <p:cmAuthor id="377" name="10073055" initials="1" lastIdx="1" clrIdx="376"/>
  <p:cmAuthor id="378" name="00005049" initials="0" lastIdx="1" clrIdx="377"/>
  <p:cmAuthor id="379" name="10024364" initials="1" lastIdx="1" clrIdx="378"/>
  <p:cmAuthor id="380" name="未知用户130" initials="未" lastIdx="1" clrIdx="1"/>
  <p:cmAuthor id="381" name="10265139" initials="1" lastIdx="1" clrIdx="380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10191815" initials="1" lastIdx="1" clrIdx="385"/>
  <p:cmAuthor id="387" name="00337387" initials="0" lastIdx="1" clrIdx="386"/>
  <p:cmAuthor id="388" name="10036292" initials="1" lastIdx="1" clrIdx="387"/>
  <p:cmAuthor id="389" name="10208030" initials="1" lastIdx="1" clrIdx="388"/>
  <p:cmAuthor id="390" name="zhangbin" initials="z" lastIdx="6" clrIdx="0"/>
  <p:cmAuthor id="391" name="10090968" initials="1" lastIdx="2" clrIdx="390"/>
  <p:cmAuthor id="392" name="10092253" initials="1" lastIdx="1" clrIdx="391"/>
  <p:cmAuthor id="393" name="10278788" initials="1" lastIdx="1" clrIdx="392"/>
  <p:cmAuthor id="394" name="10311315" initials="1" lastIdx="1" clrIdx="393"/>
  <p:cmAuthor id="395" name="10240440" initials="1" lastIdx="1" clrIdx="394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Unknown User24" initials="U" lastIdx="1" clrIdx="0"/>
  <p:cmAuthor id="402" name="10158184" initials="1" lastIdx="1" clrIdx="401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0" name="未知用户204" initials="未" lastIdx="1" clrIdx="0"/>
  <p:cmAuthor id="421" name="未知的使用者239" initials="" lastIdx="43" clrIdx="1"/>
  <p:cmAuthor id="422" name="未知的使用者136" initials="" lastIdx="1" clrIdx="0"/>
  <p:cmAuthor id="423" name="未知用户54" initials="未" lastIdx="8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219" initials="未" lastIdx="6" clrIdx="0"/>
  <p:cmAuthor id="438" name="未知的使用者163" initials="未" lastIdx="1" clrIdx="0"/>
  <p:cmAuthor id="439" name="未知的使用者165" initials="未" lastIdx="1" clrIdx="0"/>
  <p:cmAuthor id="440" name="未知的使用者158" initials="未" lastIdx="1" clrIdx="0"/>
  <p:cmAuthor id="441" name="未知的使用者166" initials="未" lastIdx="8" clrIdx="0"/>
  <p:cmAuthor id="442" name="未知的使用者167" initials="未" lastIdx="0" clrIdx="1"/>
  <p:cmAuthor id="443" name="未知的使用者159" initials="未" lastIdx="1" clrIdx="1"/>
  <p:cmAuthor id="444" name="未知的使用者160" initials="未" lastIdx="1" clrIdx="0"/>
  <p:cmAuthor id="445" name="庆芳 许" initials="庆" lastIdx="1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2000" name="李婧宜_YBferYVR" initials="authorId_1217247658" lastIdx="0" clrIdx="0"/>
  <p:cmAuthor id="486" name="未知的使用者254" initials="未" lastIdx="1" clrIdx="0"/>
  <p:cmAuthor id="487" name="未知的使用者255" initials="未" lastIdx="1" clrIdx="0"/>
  <p:cmAuthor id="2002" name="金宇峰_BfyebuM3" initials="authorId_1008746-10054633" lastIdx="0" clrIdx="0"/>
  <p:cmAuthor id="488" name="未知的使用者270" initials="未" lastIdx="1" clrIdx="0"/>
  <p:cmAuthor id="2003" name="梁鹏" initials="u" lastIdx="1" clrIdx="35"/>
  <p:cmAuthor id="489" name="未知的使用者256" initials="未" lastIdx="1" clrIdx="0"/>
  <p:cmAuthor id="2004" name="范 斌" initials="范" lastIdx="1" clrIdx="36"/>
  <p:cmAuthor id="490" name="未知的使用者257" initials="未" lastIdx="1" clrIdx="0"/>
  <p:cmAuthor id="2005" name="毕邺" initials="党委办公室" lastIdx="2" clrIdx="37"/>
  <p:cmAuthor id="491" name="未知的使用者240" initials="未" lastIdx="1" clrIdx="0"/>
  <p:cmAuthor id="2006" name="jiaru tiger" initials="jt" lastIdx="2" clrIdx="38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7" name="未知用户189" initials="未" lastIdx="2" clrIdx="0"/>
  <p:cmAuthor id="518" name="WANGZF" initials="W" lastIdx="4" clrIdx="2"/>
  <p:cmAuthor id="519" name="未知的使用者178" initials="未" lastIdx="1" clrIdx="0"/>
  <p:cmAuthor id="521" name="未知用户268" initials="未" lastIdx="1" clrIdx="0"/>
  <p:cmAuthor id="522" name="未知用户269" initials="未" lastIdx="2" clrIdx="0"/>
  <p:cmAuthor id="524" name="未知用户250" initials="未" lastIdx="0" clrIdx="0"/>
  <p:cmAuthor id="526" name="�Ÿ�" initials="�" lastIdx="1" clrIdx="0"/>
  <p:cmAuthor id="527" name="未知的使用者217" initials="未" lastIdx="1" clrIdx="1"/>
  <p:cmAuthor id="8535702" name="曾蓓/贝贝" initials="曾" lastIdx="0" clrIdx="0"/>
  <p:cmAuthor id="528" name="Charley" initials="C" lastIdx="1" clrIdx="0"/>
  <p:cmAuthor id="381437688" name="谢学斌" initials="谢" lastIdx="0" clrIdx="0"/>
  <p:cmAuthor id="529" name="lilan" initials="l" lastIdx="1" clrIdx="0"/>
  <p:cmAuthor id="530" name="yudi lin" initials="y" lastIdx="0" clrIdx="0"/>
  <p:cmAuthor id="532" name="49554261@qq.com" initials="4" lastIdx="2" clrIdx="2"/>
  <p:cmAuthor id="533" name="hmwang" initials="dsc" lastIdx="2" clrIdx="532"/>
  <p:cmAuthor id="534" name="未知的使用者204" initials="未" lastIdx="1" clrIdx="0"/>
  <p:cmAuthor id="536" name="刘云轩" initials="刘" lastIdx="1" clrIdx="0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1" name="未知的使用者234" initials="未" lastIdx="10" clrIdx="0"/>
  <p:cmAuthor id="542" name="未知的使用者137" initials="未" lastIdx="1" clrIdx="0"/>
  <p:cmAuthor id="543" name="heweia@digiwin.com" initials="h" lastIdx="1" clrIdx="86"/>
  <p:cmAuthor id="544" name="MM" initials="M" lastIdx="2" clrIdx="87"/>
  <p:cmAuthor id="546" name="未知用户220" initials="未" lastIdx="1" clrIdx="0"/>
  <p:cmAuthor id="547" name="super" initials="s" lastIdx="1" clrIdx="546"/>
  <p:cmAuthor id="548" name="未知的使用者238" initials="未" lastIdx="2" clrIdx="0"/>
  <p:cmAuthor id="549" name="zhuzy" initials="z" lastIdx="1" clrIdx="548"/>
  <p:cmAuthor id="550" name="方婷婷" initials="方" lastIdx="1" clrIdx="549"/>
  <p:cmAuthor id="551" name="未知用户280" initials="未" lastIdx="5" clrIdx="2"/>
  <p:cmAuthor id="552" name="未知用户313" initials="未" lastIdx="2" clrIdx="0"/>
  <p:cmAuthor id="553" name="刘晖" initials="刘" lastIdx="1" clrIdx="0"/>
  <p:cmAuthor id="554" name="未知用户190" initials="未" lastIdx="1" clrIdx="1"/>
  <p:cmAuthor id="555" name="未知用户25" initials="未" lastIdx="1" clrIdx="0"/>
  <p:cmAuthor id="556" name="未知用户20" initials="未" lastIdx="1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0" name="未知用户188" initials="未" lastIdx="1" clrIdx="0"/>
  <p:cmAuthor id="561" name="未知用户94" initials="未" lastIdx="0" clrIdx="0"/>
  <p:cmAuthor id="562" name="未知用户321" initials="未" lastIdx="1" clrIdx="0"/>
  <p:cmAuthor id="564" name="Liyangjun" initials="L" lastIdx="22" clrIdx="86"/>
  <p:cmAuthor id="565" name="未知的使用者139" initials="未" lastIdx="1" clrIdx="0"/>
  <p:cmAuthor id="566" name="未知的使用者140" initials="未" lastIdx="1" clrIdx="1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682444399" name="齐勇" initials="齐" lastIdx="1" clrIdx="4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210492765" name="施普希（菜菜）" initials="施" lastIdx="0" clrIdx="0"/>
  <p:cmAuthor id="589" name="未知用户179" initials="未" lastIdx="1" clrIdx="0"/>
  <p:cmAuthor id="210492766" name="yu 1" initials="y1" lastIdx="1" clrIdx="19"/>
  <p:cmAuthor id="210492767" name="李 嘉" initials="李" lastIdx="1" clrIdx="26"/>
  <p:cmAuthor id="590" name="未知用户185" initials="未" lastIdx="1" clrIdx="0"/>
  <p:cmAuthor id="210492768" name="汪 丹丹" initials="汪" lastIdx="1" clrIdx="52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09" name="未知的使用者202" initials="未" lastIdx="0" clrIdx="1"/>
  <p:cmAuthor id="610" name="未知用户215" initials="未" lastIdx="1" clrIdx="0"/>
  <p:cmAuthor id="611" name="未知用户216" initials="未" lastIdx="1" clrIdx="0"/>
  <p:cmAuthor id="612" name="未知的使用者19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2" name="林志强" initials="林" lastIdx="1" clrIdx="631"/>
  <p:cmAuthor id="633" name="Carol Kelly" initials="C" lastIdx="1" clrIdx="0"/>
  <p:cmAuthor id="634" name="未知的使用者205" initials="未" lastIdx="0" clrIdx="1"/>
  <p:cmAuthor id="635" name="未知的使用者200" initials="未" lastIdx="1" clrIdx="0"/>
  <p:cmAuthor id="636" name="Unknown User58" initials="U" lastIdx="1" clrIdx="0"/>
  <p:cmAuthor id="637" name="Unknown User55" initials="U" lastIdx="1" clrIdx="1"/>
  <p:cmAuthor id="638" name="未知的使用者195" initials="未" lastIdx="1" clrIdx="1"/>
  <p:cmAuthor id="639" name="Huipeng Cao" initials="H" lastIdx="1" clrIdx="0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708433798" name="jialuo" initials="j" lastIdx="0" clrIdx="0"/>
  <p:cmAuthor id="647" name="不明使用者2" initials="不" lastIdx="2" clrIdx="0"/>
  <p:cmAuthor id="708433799" name="李楠10204198" initials="MSOffice" lastIdx="2" clrIdx="395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10335529" initials="1" lastIdx="1" clrIdx="657"/>
  <p:cmAuthor id="659" name="未知用户303" initials="未" lastIdx="5" clrIdx="1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45" initials="未" lastIdx="10" clrIdx="0"/>
  <p:cmAuthor id="673" name="Kathy" initials="K" lastIdx="0" clrIdx="0"/>
  <p:cmAuthor id="674" name="孟连磊" initials="孟" lastIdx="1" clrIdx="0"/>
  <p:cmAuthor id="394525608" name="仇怿俊" initials="仇" lastIdx="0" clrIdx="0"/>
  <p:cmAuthor id="675" name="未知用户387" initials="未" lastIdx="1" clrIdx="0"/>
  <p:cmAuthor id="394525609" name="Jimmy-Power" initials="J" lastIdx="1" clrIdx="43"/>
  <p:cmAuthor id="676" name="未知的使用者177" initials="未" lastIdx="8" clrIdx="0"/>
  <p:cmAuthor id="394525610" name="罗 罗" initials="罗" lastIdx="1" clrIdx="37"/>
  <p:cmAuthor id="677" name="梅芬 吳" initials="梅" lastIdx="1" clrIdx="85"/>
  <p:cmAuthor id="394525611" name="mouse zz" initials="mz" lastIdx="1" clrIdx="54"/>
  <p:cmAuthor id="678" name="未知的使用者221" initials="未" lastIdx="1" clrIdx="0"/>
  <p:cmAuthor id="394525612" name="goulei" initials="g" lastIdx="2" clrIdx="41"/>
  <p:cmAuthor id="679" name="未知的使用者222" initials="未" lastIdx="5" clrIdx="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cai yan" initials="cy" lastIdx="1" clrIdx="511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Unknown User80" initials="U" lastIdx="1" clrIdx="0"/>
  <p:cmAuthor id="689" name="cy" initials="c" lastIdx="1" clrIdx="76"/>
  <p:cmAuthor id="690" name="未知用户222" initials="未" lastIdx="1" clrIdx="0"/>
  <p:cmAuthor id="691" name="未知用户200" initials="未" lastIdx="8" clrIdx="0"/>
  <p:cmAuthor id="47245819" name="群智集" initials="群" lastIdx="0" clrIdx="0"/>
  <p:cmAuthor id="692" name="未知用户272" initials="未" lastIdx="10" clrIdx="0"/>
  <p:cmAuthor id="47245820" name="18937034561@189.cn" initials="1" lastIdx="1" clrIdx="16"/>
  <p:cmAuthor id="693" name="lxm" initials="l" lastIdx="1" clrIdx="413"/>
  <p:cmAuthor id="47245821" name="李金金" initials="李金金" lastIdx="1" clrIdx="27"/>
  <p:cmAuthor id="694" name="未知用户231" initials="未" lastIdx="1" clrIdx="0"/>
  <p:cmAuthor id="738087807" name="只老虎" initials="只" lastIdx="1" clrIdx="37"/>
  <p:cmAuthor id="695" name="PC" initials="P" lastIdx="4" clrIdx="0"/>
  <p:cmAuthor id="47245822" name="ma jialin" initials="mj" lastIdx="1" clrIdx="41"/>
  <p:cmAuthor id="47245823" name="刘海娜|liuhaina" initials="W用" lastIdx="1" clrIdx="36"/>
  <p:cmAuthor id="696" name="yesg" initials="y" lastIdx="1" clrIdx="0"/>
  <p:cmAuthor id="47245824" name="goforever814" initials="g" lastIdx="1" clrIdx="34"/>
  <p:cmAuthor id="697" name="Microsoft Office User" initials="M" lastIdx="2" clrIdx="86"/>
  <p:cmAuthor id="698" name="陳珮琪" initials="陳珮琪" lastIdx="1" clrIdx="188"/>
  <p:cmAuthor id="699" name="未知用户277" initials="未" lastIdx="1" clrIdx="1"/>
  <p:cmAuthor id="700" name="soling" initials="s" lastIdx="1" clrIdx="2"/>
  <p:cmAuthor id="701" name="李 骁" initials="李" lastIdx="1" clrIdx="0"/>
  <p:cmAuthor id="702" name="Tome" initials="T" lastIdx="1" clrIdx="85"/>
  <p:cmAuthor id="703" name="未知的使用者96" initials="未" lastIdx="2" clrIdx="0"/>
  <p:cmAuthor id="704" name="未知的使用者97" initials="未" lastIdx="8" clrIdx="0"/>
  <p:cmAuthor id="705" name="未知用户301" initials="未" lastIdx="1" clrIdx="0"/>
  <p:cmAuthor id="706" name="未知用户306" initials="未" lastIdx="8" clrIdx="0"/>
  <p:cmAuthor id="707" name="未知用户308" initials="未" lastIdx="1" clrIdx="0"/>
  <p:cmAuthor id="708" name="未知用户309" initials="未" lastIdx="8" clrIdx="0"/>
  <p:cmAuthor id="709" name="未知用户249" initials="未" lastIdx="1" clrIdx="0"/>
  <p:cmAuthor id="710" name="Stacy Chiang" initials="S" lastIdx="2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2" name="未知用户276" initials="未" lastIdx="8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49837067" name="刘浩" initials="刘" lastIdx="180431" clrIdx="0"/>
  <p:cmAuthor id="729" name="未知用户460" initials="未" lastIdx="1" clrIdx="0"/>
  <p:cmAuthor id="49837068" name="Vivian Liu" initials="VL" lastIdx="1" clrIdx="1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FEC"/>
    <a:srgbClr val="065F91"/>
    <a:srgbClr val="0361C2"/>
    <a:srgbClr val="BEFFFF"/>
    <a:srgbClr val="92D050"/>
    <a:srgbClr val="F4B400"/>
    <a:srgbClr val="E46C0A"/>
    <a:srgbClr val="C0504D"/>
    <a:srgbClr val="2D99B6"/>
    <a:srgbClr val="3672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5" autoAdjust="0"/>
    <p:restoredTop sz="89000" autoAdjust="0"/>
  </p:normalViewPr>
  <p:slideViewPr>
    <p:cSldViewPr snapToObjects="1" showGuides="1">
      <p:cViewPr varScale="1">
        <p:scale>
          <a:sx n="53" d="100"/>
          <a:sy n="53" d="100"/>
        </p:scale>
        <p:origin x="1008" y="208"/>
      </p:cViewPr>
      <p:guideLst>
        <p:guide orient="horz" pos="4354"/>
        <p:guide pos="7604"/>
        <p:guide pos="7949"/>
        <p:guide pos="14515"/>
        <p:guide pos="13882"/>
        <p:guide pos="152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92" d="100"/>
          <a:sy n="92" d="100"/>
        </p:scale>
        <p:origin x="4568" y="176"/>
      </p:cViewPr>
      <p:guideLst/>
    </p:cSldViewPr>
  </p:notesViewPr>
  <p:gridSpacing cx="76319" cy="7631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56.xml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8.png"/><Relationship Id="rId4" Type="http://schemas.openxmlformats.org/officeDocument/2006/relationships/tags" Target="../tags/tag6.xml"/><Relationship Id="rId3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10.png"/><Relationship Id="rId3" Type="http://schemas.openxmlformats.org/officeDocument/2006/relationships/image" Target="../media/image11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纽约世贸中心广场"/>
          <p:cNvSpPr/>
          <p:nvPr userDrawn="1"/>
        </p:nvSpPr>
        <p:spPr>
          <a:xfrm>
            <a:off x="-34290" y="-15240"/>
            <a:ext cx="10631170" cy="13731240"/>
          </a:xfrm>
          <a:prstGeom prst="rect">
            <a:avLst/>
          </a:prstGeom>
          <a:blipFill rotWithShape="1">
            <a:blip r:embed="rId2"/>
            <a:stretch>
              <a:fillRect l="-11000" r="-32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-15240"/>
            <a:ext cx="10631170" cy="13731240"/>
          </a:xfrm>
          <a:prstGeom prst="rect">
            <a:avLst/>
          </a:prstGeom>
          <a:gradFill>
            <a:gsLst>
              <a:gs pos="0">
                <a:srgbClr val="094F8A">
                  <a:alpha val="91000"/>
                </a:srgbClr>
              </a:gs>
              <a:gs pos="73000">
                <a:srgbClr val="0463C4">
                  <a:alpha val="85000"/>
                </a:srgbClr>
              </a:gs>
              <a:gs pos="100000">
                <a:srgbClr val="0070C0">
                  <a:alpha val="82000"/>
                </a:srgbClr>
              </a:gs>
            </a:gsLst>
            <a:lin ang="1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1124903" y="12200255"/>
            <a:ext cx="605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软件定义世界的赋能者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 descr="法本LOGO反白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96620" y="828675"/>
            <a:ext cx="2122805" cy="490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纽约世贸中心广场"/>
          <p:cNvSpPr/>
          <p:nvPr userDrawn="1"/>
        </p:nvSpPr>
        <p:spPr>
          <a:xfrm>
            <a:off x="-34290" y="-15240"/>
            <a:ext cx="10631170" cy="13731240"/>
          </a:xfrm>
          <a:prstGeom prst="rect">
            <a:avLst/>
          </a:prstGeom>
          <a:blipFill rotWithShape="1">
            <a:blip r:embed="rId2"/>
            <a:stretch>
              <a:fillRect l="-11000" r="-32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-34290" y="0"/>
            <a:ext cx="10631170" cy="13731240"/>
          </a:xfrm>
          <a:prstGeom prst="rect">
            <a:avLst/>
          </a:prstGeom>
          <a:solidFill>
            <a:srgbClr val="0052A6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法本LOGO反白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96620" y="828675"/>
            <a:ext cx="2122805" cy="49085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1124903" y="12200255"/>
            <a:ext cx="605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软件定义世界的赋能者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3752830" y="-15240"/>
            <a:ext cx="10631170" cy="13731240"/>
          </a:xfrm>
          <a:prstGeom prst="rect">
            <a:avLst/>
          </a:prstGeom>
          <a:solidFill>
            <a:srgbClr val="0052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法本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2055" y="828675"/>
            <a:ext cx="2272030" cy="526415"/>
          </a:xfrm>
          <a:prstGeom prst="rect">
            <a:avLst/>
          </a:prstGeom>
        </p:spPr>
      </p:pic>
      <p:pic>
        <p:nvPicPr>
          <p:cNvPr id="5" name="https://img8.file.cache.docer.com/storage/1636686951114205332/ca2d6dba-3917-4f1c-9aa0-00a20a8f0a63tjwjv2.png" descr="templates\picture_hover\&amp;pky95175745547&amp;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702280" y="3118485"/>
            <a:ext cx="7459980" cy="66751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1343660" y="640080"/>
            <a:ext cx="681355" cy="681355"/>
          </a:xfrm>
          <a:prstGeom prst="rect">
            <a:avLst/>
          </a:prstGeom>
          <a:solidFill>
            <a:srgbClr val="0052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2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278890" y="13039725"/>
            <a:ext cx="2023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Bold" panose="020B0800000000000000" pitchFamily="34" charset="-122"/>
                <a:sym typeface="+mn-lt"/>
              </a:rPr>
              <a:t>©法本信息版权所有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CN Bold" panose="020B0800000000000000" pitchFamily="34" charset="-122"/>
              <a:sym typeface="+mn-lt"/>
            </a:endParaRPr>
          </a:p>
        </p:txBody>
      </p:sp>
      <p:sp>
        <p:nvSpPr>
          <p:cNvPr id="4" name="标题 3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423300" y="565925"/>
            <a:ext cx="6888480" cy="768350"/>
          </a:xfrm>
          <a:noFill/>
        </p:spPr>
        <p:txBody>
          <a:bodyPr vert="horz" wrap="none" lIns="91440" tIns="45720" rIns="91440" bIns="45720" rtlCol="0" anchor="t" anchorCtr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rgbClr val="0463C4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644415" y="3194725"/>
            <a:ext cx="15537600" cy="17352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914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 noChangeArrowheads="1"/>
          </p:cNvSpPr>
          <p:nvPr userDrawn="1"/>
        </p:nvSpPr>
        <p:spPr>
          <a:xfrm>
            <a:off x="19442430" y="12963208"/>
            <a:ext cx="4267200" cy="546100"/>
          </a:xfrm>
          <a:prstGeom prst="rect">
            <a:avLst/>
          </a:prstGeom>
          <a:noFill/>
          <a:ln>
            <a:noFill/>
          </a:ln>
        </p:spPr>
        <p:txBody>
          <a:bodyPr vert="horz" wrap="square" lIns="182858" tIns="91428" rIns="182858" bIns="91428" numCol="1" anchor="ctr" anchorCtr="0" compatLnSpc="1"/>
          <a:lstStyle>
            <a:lvl1pPr>
              <a:defRPr sz="1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r"/>
            <a:r>
              <a:rPr lang="zh-CN" altLang="en-US" sz="2400" b="1">
                <a:solidFill>
                  <a:srgbClr val="0052A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fld id="{383322C6-3878-43D3-8D51-02757B6E7956}" type="slidenum">
              <a:rPr lang="zh-CN" altLang="en-US" sz="2400" b="1" smtClean="0">
                <a:solidFill>
                  <a:srgbClr val="0052A6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2400" b="1">
              <a:solidFill>
                <a:srgbClr val="0052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Farben-logo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43660" y="626745"/>
            <a:ext cx="707390" cy="707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0052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法本LOGO反白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9872980" y="5560695"/>
            <a:ext cx="4639310" cy="1074420"/>
          </a:xfrm>
          <a:prstGeom prst="rect">
            <a:avLst/>
          </a:prstGeom>
        </p:spPr>
      </p:pic>
      <p:sp>
        <p:nvSpPr>
          <p:cNvPr id="7" name="Object 107"/>
          <p:cNvSpPr txBox="1"/>
          <p:nvPr userDrawn="1"/>
        </p:nvSpPr>
        <p:spPr>
          <a:xfrm>
            <a:off x="9339298" y="7087227"/>
            <a:ext cx="5705669" cy="5465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0" i="0" spc="100" dirty="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Bold" panose="020B0800000000000000" pitchFamily="34" charset="-122"/>
              </a:rPr>
              <a:t>股票代码：</a:t>
            </a:r>
            <a:r>
              <a:rPr lang="en-US" altLang="zh-CN" sz="4000" b="0" i="0" spc="100" dirty="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Bold" panose="020B0800000000000000" pitchFamily="34" charset="-122"/>
              </a:rPr>
              <a:t>300925</a:t>
            </a:r>
            <a:endParaRPr lang="en-US" altLang="zh-CN" sz="4000" b="0" i="0" spc="100" dirty="0"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5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25000"/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74" name="图片 73" descr="法本LOGO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21337270" y="908050"/>
            <a:ext cx="1891030" cy="436880"/>
          </a:xfrm>
          <a:prstGeom prst="rect">
            <a:avLst/>
          </a:prstGeom>
        </p:spPr>
      </p:pic>
      <p:sp>
        <p:nvSpPr>
          <p:cNvPr id="3" name="标题 2"/>
          <p:cNvSpPr txBox="1"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1270000" y="679450"/>
            <a:ext cx="12581890" cy="1076960"/>
          </a:xfrm>
        </p:spPr>
        <p:txBody>
          <a:bodyPr vert="horz" wrap="square" lIns="0" tIns="46800" rIns="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sz="5600" b="0" i="0" u="none" strike="noStrike" kern="1200" cap="none" spc="0" normalizeH="0" baseline="0" noProof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 txBox="1">
            <a:spLocks noGrp="1"/>
          </p:cNvSpPr>
          <p:nvPr>
            <p:ph type="body" sz="half" idx="2"/>
            <p:custDataLst>
              <p:tags r:id="rId7"/>
            </p:custDataLst>
          </p:nvPr>
        </p:nvSpPr>
        <p:spPr>
          <a:xfrm>
            <a:off x="1270000" y="1756410"/>
            <a:ext cx="7377430" cy="1744980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sz="4800" b="0" i="0" u="none" strike="noStrike" kern="1200" cap="none" spc="0" normalizeH="0" baseline="0" noProof="1" dirty="0" smtClean="0">
                <a:solidFill>
                  <a:srgbClr val="0463C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24384000" cy="4136390"/>
          </a:xfrm>
          <a:prstGeom prst="rect">
            <a:avLst/>
          </a:prstGeom>
          <a:blipFill rotWithShape="1">
            <a:blip r:embed="rId2" cstate="screen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24384000" cy="4136390"/>
          </a:xfrm>
          <a:prstGeom prst="rect">
            <a:avLst/>
          </a:prstGeom>
          <a:solidFill>
            <a:srgbClr val="0036A1">
              <a:alpha val="8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307590" y="1322070"/>
            <a:ext cx="20413980" cy="1107186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  <a:effectLst>
            <a:outerShdw blurRad="685800" dir="2700000" sx="102000" sy="102000" algn="tl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306320" y="6664960"/>
            <a:ext cx="20415250" cy="1410970"/>
          </a:xfrm>
        </p:spPr>
        <p:txBody>
          <a:bodyPr vert="horz" lIns="0" tIns="0" rIns="0" bIns="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sz="8000" b="1" i="0" u="none" strike="noStrike" kern="1200" cap="none" spc="0" normalizeH="0" baseline="0" noProof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 txBox="1"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964680" y="9149080"/>
            <a:ext cx="10454640" cy="3796030"/>
          </a:xfrm>
        </p:spPr>
        <p:txBody>
          <a:bodyPr vert="horz" lIns="0" tIns="0" rIns="0" bIns="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8000"/>
              </a:lnSpc>
              <a:buClrTx/>
              <a:buSzTx/>
              <a:buFontTx/>
              <a:buNone/>
              <a:defRPr kumimoji="0" lang="zh-CN" sz="2400" b="0" i="0" u="none" strike="noStrike" kern="1200" cap="none" spc="0" normalizeH="0" baseline="0" noProof="1" dirty="0" smtClean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1343792" y="640080"/>
            <a:ext cx="681422" cy="681356"/>
          </a:xfrm>
          <a:prstGeom prst="rect">
            <a:avLst/>
          </a:prstGeom>
          <a:solidFill>
            <a:srgbClr val="0052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2A6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279016" y="13039726"/>
            <a:ext cx="200342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©法本信息版权所有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2" name="标题 11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423538" y="565926"/>
            <a:ext cx="7071360" cy="859790"/>
          </a:xfrm>
          <a:noFill/>
        </p:spPr>
        <p:txBody>
          <a:bodyPr vert="horz" wrap="none" lIns="91440" tIns="45720" rIns="91440" bIns="45720" rtlCol="0" anchor="t" anchorCtr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rgbClr val="0463C4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灯片编号占位符 5"/>
          <p:cNvSpPr>
            <a:spLocks noGrp="1" noChangeArrowheads="1"/>
          </p:cNvSpPr>
          <p:nvPr userDrawn="1"/>
        </p:nvSpPr>
        <p:spPr>
          <a:xfrm>
            <a:off x="19444344" y="12963208"/>
            <a:ext cx="4267620" cy="546100"/>
          </a:xfrm>
          <a:prstGeom prst="rect">
            <a:avLst/>
          </a:prstGeom>
          <a:noFill/>
          <a:ln>
            <a:noFill/>
          </a:ln>
        </p:spPr>
        <p:txBody>
          <a:bodyPr vert="horz" wrap="square" lIns="182858" tIns="91428" rIns="182858" bIns="91428" numCol="1" anchor="ctr" anchorCtr="0" compatLnSpc="1"/>
          <a:lstStyle>
            <a:lvl1pPr>
              <a:defRPr sz="1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r"/>
            <a:r>
              <a:rPr lang="zh-CN" altLang="en-US" sz="2400" b="1">
                <a:solidFill>
                  <a:srgbClr val="0052A6"/>
                </a:solidFill>
              </a:rPr>
              <a:t> </a:t>
            </a:r>
            <a:fld id="{383322C6-3878-43D3-8D51-02757B6E7956}" type="slidenum">
              <a:rPr lang="zh-CN" altLang="en-US" sz="2400" b="1" smtClean="0">
                <a:solidFill>
                  <a:srgbClr val="0052A6"/>
                </a:solidFill>
              </a:rPr>
            </a:fld>
            <a:endParaRPr lang="zh-CN" altLang="en-US" sz="2400" b="1">
              <a:solidFill>
                <a:srgbClr val="0052A6"/>
              </a:solidFill>
            </a:endParaRPr>
          </a:p>
        </p:txBody>
      </p:sp>
      <p:pic>
        <p:nvPicPr>
          <p:cNvPr id="15" name="图片 14" descr="Farben-logo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43792" y="626746"/>
            <a:ext cx="707460" cy="707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gradFill>
          <a:gsLst>
            <a:gs pos="27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 userDrawn="1"/>
        </p:nvSpPr>
        <p:spPr>
          <a:xfrm rot="20220000">
            <a:off x="15503419" y="-1436237"/>
            <a:ext cx="4380230" cy="1460445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49" h="11500">
                <a:moveTo>
                  <a:pt x="3449" y="1464"/>
                </a:moveTo>
                <a:lnTo>
                  <a:pt x="3449" y="11500"/>
                </a:lnTo>
                <a:lnTo>
                  <a:pt x="0" y="11500"/>
                </a:lnTo>
                <a:lnTo>
                  <a:pt x="0" y="0"/>
                </a:lnTo>
                <a:lnTo>
                  <a:pt x="3449" y="146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60000"/>
                </a:schemeClr>
              </a:gs>
              <a:gs pos="10000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600">
              <a:sym typeface="+mn-ea"/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20220000">
            <a:off x="16187055" y="-1343998"/>
            <a:ext cx="4380230" cy="1228380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49" h="9672">
                <a:moveTo>
                  <a:pt x="3449" y="1464"/>
                </a:moveTo>
                <a:lnTo>
                  <a:pt x="3449" y="9672"/>
                </a:lnTo>
                <a:lnTo>
                  <a:pt x="0" y="9672"/>
                </a:lnTo>
                <a:lnTo>
                  <a:pt x="0" y="0"/>
                </a:lnTo>
                <a:lnTo>
                  <a:pt x="3449" y="1464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  <a:alpha val="60000"/>
                </a:schemeClr>
              </a:gs>
              <a:gs pos="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600"/>
          </a:p>
        </p:txBody>
      </p:sp>
      <p:pic>
        <p:nvPicPr>
          <p:cNvPr id="6" name="图片 5" descr="173629928210086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55870"/>
            <a:ext cx="24378920" cy="817118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2552680"/>
            <a:ext cx="24378920" cy="1163320"/>
          </a:xfrm>
          <a:prstGeom prst="rect">
            <a:avLst/>
          </a:prstGeom>
          <a:solidFill>
            <a:srgbClr val="1462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8" name="Text Box 3"/>
          <p:cNvSpPr txBox="1">
            <a:spLocks noChangeArrowheads="1"/>
          </p:cNvSpPr>
          <p:nvPr userDrawn="1"/>
        </p:nvSpPr>
        <p:spPr bwMode="auto">
          <a:xfrm>
            <a:off x="1826260" y="1728471"/>
            <a:ext cx="9380220" cy="604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82858" tIns="91428" rIns="182858" bIns="91428">
            <a:spAutoFit/>
          </a:bodyPr>
          <a:lstStyle/>
          <a:p>
            <a:pPr algn="l" fontAlgn="auto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r>
              <a:rPr lang="en-US" sz="2400" cap="all" spc="16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300925.SZ</a:t>
            </a:r>
            <a:endParaRPr lang="en-US" sz="2400" b="1" cap="all" spc="16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pic>
        <p:nvPicPr>
          <p:cNvPr id="9" name="图片 8" descr="法本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661" y="886460"/>
            <a:ext cx="3145790" cy="726440"/>
          </a:xfrm>
          <a:prstGeom prst="rect">
            <a:avLst/>
          </a:prstGeom>
        </p:spPr>
      </p:pic>
      <p:sp>
        <p:nvSpPr>
          <p:cNvPr id="12" name="椭圆 11"/>
          <p:cNvSpPr/>
          <p:nvPr userDrawn="1"/>
        </p:nvSpPr>
        <p:spPr>
          <a:xfrm>
            <a:off x="20920711" y="1082041"/>
            <a:ext cx="260350" cy="260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4" name="椭圆 13"/>
          <p:cNvSpPr/>
          <p:nvPr userDrawn="1"/>
        </p:nvSpPr>
        <p:spPr>
          <a:xfrm>
            <a:off x="21419821" y="1082041"/>
            <a:ext cx="260350" cy="26035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4" name="椭圆 3"/>
          <p:cNvSpPr/>
          <p:nvPr userDrawn="1"/>
        </p:nvSpPr>
        <p:spPr>
          <a:xfrm>
            <a:off x="21918931" y="1082041"/>
            <a:ext cx="260350" cy="260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5" name="椭圆 4"/>
          <p:cNvSpPr/>
          <p:nvPr userDrawn="1"/>
        </p:nvSpPr>
        <p:spPr>
          <a:xfrm>
            <a:off x="22418041" y="1082041"/>
            <a:ext cx="260350" cy="26035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9" name="Text Box 3"/>
          <p:cNvSpPr txBox="1">
            <a:spLocks noChangeArrowheads="1"/>
          </p:cNvSpPr>
          <p:nvPr userDrawn="1"/>
        </p:nvSpPr>
        <p:spPr bwMode="auto">
          <a:xfrm>
            <a:off x="1826805" y="10856407"/>
            <a:ext cx="6364274" cy="1457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82858" tIns="91428" rIns="182858" bIns="91428">
            <a:spAutoFit/>
          </a:bodyPr>
          <a:lstStyle/>
          <a:p>
            <a:pPr algn="l" fontAlgn="auto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cap="all" spc="200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深圳市法本信息技术股份有限公司</a:t>
            </a:r>
            <a:endParaRPr lang="en-US" altLang="zh-CN" sz="2800" cap="all" spc="200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algn="l" fontAlgn="auto">
              <a:lnSpc>
                <a:spcPct val="125000"/>
              </a:lnSpc>
              <a:defRPr/>
            </a:pPr>
            <a:r>
              <a:rPr lang="en-US" altLang="zh-CN" sz="2000" spc="-60" dirty="0" err="1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Shenzhen Farben</a:t>
            </a:r>
            <a:r>
              <a:rPr lang="en-US" altLang="zh-CN" sz="2000" spc="-60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Information Technology Co., Ltd.</a:t>
            </a:r>
            <a:endParaRPr lang="en-US" altLang="zh-CN" sz="2000" spc="-60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algn="l" fontAlgn="auto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endParaRPr lang="en-US" altLang="zh-CN" sz="2000" b="1" cap="all" spc="-60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1" y="0"/>
            <a:ext cx="6356350" cy="137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pic>
        <p:nvPicPr>
          <p:cNvPr id="9" name="图片 8" descr="法本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761961" y="12578080"/>
            <a:ext cx="2574290" cy="594360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1108671" y="1082040"/>
            <a:ext cx="1756410" cy="259080"/>
            <a:chOff x="16473" y="852"/>
            <a:chExt cx="1383" cy="204"/>
          </a:xfrm>
        </p:grpSpPr>
        <p:sp>
          <p:nvSpPr>
            <p:cNvPr id="12" name="椭圆 11"/>
            <p:cNvSpPr/>
            <p:nvPr/>
          </p:nvSpPr>
          <p:spPr>
            <a:xfrm>
              <a:off x="16473" y="852"/>
              <a:ext cx="205" cy="205"/>
            </a:xfrm>
            <a:prstGeom prst="ellipse">
              <a:avLst/>
            </a:prstGeom>
            <a:solidFill>
              <a:srgbClr val="3267E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4" name="椭圆 13"/>
            <p:cNvSpPr/>
            <p:nvPr/>
          </p:nvSpPr>
          <p:spPr>
            <a:xfrm>
              <a:off x="16866" y="852"/>
              <a:ext cx="205" cy="205"/>
            </a:xfrm>
            <a:prstGeom prst="ellipse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1" name="椭圆 10"/>
            <p:cNvSpPr/>
            <p:nvPr/>
          </p:nvSpPr>
          <p:spPr>
            <a:xfrm>
              <a:off x="17259" y="852"/>
              <a:ext cx="205" cy="205"/>
            </a:xfrm>
            <a:prstGeom prst="ellipse">
              <a:avLst/>
            </a:prstGeom>
            <a:solidFill>
              <a:srgbClr val="3267E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600">
                <a:sym typeface="+mn-ea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7652" y="852"/>
              <a:ext cx="205" cy="205"/>
            </a:xfrm>
            <a:prstGeom prst="ellipse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0" y="0"/>
            <a:ext cx="7170420" cy="13716000"/>
          </a:xfrm>
          <a:prstGeom prst="rect">
            <a:avLst/>
          </a:prstGeom>
          <a:solidFill>
            <a:srgbClr val="1462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pic>
        <p:nvPicPr>
          <p:cNvPr id="17" name="图片 16" descr="1736299282100863"/>
          <p:cNvPicPr>
            <a:picLocks noChangeAspect="1"/>
          </p:cNvPicPr>
          <p:nvPr userDrawn="1"/>
        </p:nvPicPr>
        <p:blipFill>
          <a:blip r:embed="rId4"/>
          <a:srcRect l="66165" r="-1672"/>
          <a:stretch>
            <a:fillRect/>
          </a:stretch>
        </p:blipFill>
        <p:spPr>
          <a:xfrm>
            <a:off x="1" y="6612891"/>
            <a:ext cx="7524750" cy="7103110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>
            <p:custDataLst>
              <p:tags r:id="rId5"/>
            </p:custDataLst>
          </p:nvPr>
        </p:nvSpPr>
        <p:spPr>
          <a:xfrm>
            <a:off x="2080260" y="1906270"/>
            <a:ext cx="35839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defRPr/>
            </a:pPr>
            <a:r>
              <a:rPr lang="zh-CN" altLang="en-US" sz="10800" b="1" dirty="0" err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目录</a:t>
            </a:r>
            <a:endParaRPr lang="zh-CN" altLang="en-US" sz="10800" b="1" dirty="0" err="1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 userDrawn="1">
            <p:custDataLst>
              <p:tags r:id="rId6"/>
            </p:custDataLst>
          </p:nvPr>
        </p:nvSpPr>
        <p:spPr>
          <a:xfrm>
            <a:off x="1573531" y="3750310"/>
            <a:ext cx="6635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defRPr/>
            </a:pPr>
            <a:r>
              <a:rPr lang="en-US" altLang="zh-CN" sz="7200" b="1" dirty="0" err="1">
                <a:ln w="3175">
                  <a:solidFill>
                    <a:schemeClr val="bg1">
                      <a:alpha val="46000"/>
                    </a:schemeClr>
                  </a:solidFill>
                </a:ln>
                <a:noFill/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lt"/>
              </a:rPr>
              <a:t>Contents</a:t>
            </a:r>
            <a:endParaRPr lang="en-US" altLang="zh-CN" sz="7200" b="1" dirty="0" err="1">
              <a:ln w="3175">
                <a:solidFill>
                  <a:schemeClr val="bg1">
                    <a:alpha val="46000"/>
                  </a:schemeClr>
                </a:solidFill>
              </a:ln>
              <a:noFill/>
              <a:latin typeface="Arial" panose="020B0604020202020204" pitchFamily="34" charset="0"/>
              <a:ea typeface="思源黑体 CN Bold" panose="020B0800000000000000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0" name="文本框 19"/>
          <p:cNvSpPr txBox="1"/>
          <p:nvPr userDrawn="1">
            <p:custDataLst>
              <p:tags r:id="rId7"/>
            </p:custDataLst>
          </p:nvPr>
        </p:nvSpPr>
        <p:spPr>
          <a:xfrm rot="5400000">
            <a:off x="17204691" y="6268234"/>
            <a:ext cx="102323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defRPr/>
            </a:pPr>
            <a:r>
              <a:rPr lang="en-US" altLang="zh-CN" sz="12000" b="1" dirty="0" err="1">
                <a:ln w="3175">
                  <a:solidFill>
                    <a:srgbClr val="3267E0">
                      <a:alpha val="46000"/>
                    </a:srgbClr>
                  </a:solidFill>
                </a:ln>
                <a:solidFill>
                  <a:srgbClr val="E5EDF7"/>
                </a:solidFill>
                <a:latin typeface="+mj-lt"/>
                <a:ea typeface="思源黑体 CN Bold" panose="020B0800000000000000" pitchFamily="34" charset="-122"/>
                <a:cs typeface="+mj-lt"/>
                <a:sym typeface="+mn-lt"/>
              </a:rPr>
              <a:t>CONTENTS</a:t>
            </a:r>
            <a:endParaRPr lang="en-US" altLang="zh-CN" sz="12000" b="1" dirty="0" err="1">
              <a:ln w="3175">
                <a:solidFill>
                  <a:srgbClr val="3267E0">
                    <a:alpha val="46000"/>
                  </a:srgbClr>
                </a:solidFill>
              </a:ln>
              <a:solidFill>
                <a:srgbClr val="E5EDF7"/>
              </a:solidFill>
              <a:latin typeface="+mj-lt"/>
              <a:ea typeface="思源黑体 CN Bold" panose="020B0800000000000000" pitchFamily="34" charset="-122"/>
              <a:cs typeface="+mj-lt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页">
    <p:bg>
      <p:bgPr>
        <a:gradFill>
          <a:gsLst>
            <a:gs pos="27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法本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78661" y="886461"/>
            <a:ext cx="2119630" cy="488950"/>
          </a:xfrm>
          <a:prstGeom prst="rect">
            <a:avLst/>
          </a:prstGeom>
        </p:spPr>
      </p:pic>
      <p:sp>
        <p:nvSpPr>
          <p:cNvPr id="12" name="椭圆 11"/>
          <p:cNvSpPr/>
          <p:nvPr userDrawn="1"/>
        </p:nvSpPr>
        <p:spPr>
          <a:xfrm>
            <a:off x="20920711" y="1082041"/>
            <a:ext cx="260350" cy="260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4" name="椭圆 13"/>
          <p:cNvSpPr/>
          <p:nvPr userDrawn="1"/>
        </p:nvSpPr>
        <p:spPr>
          <a:xfrm>
            <a:off x="21419821" y="1082041"/>
            <a:ext cx="260350" cy="26035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6" name="椭圆 5"/>
          <p:cNvSpPr/>
          <p:nvPr userDrawn="1"/>
        </p:nvSpPr>
        <p:spPr>
          <a:xfrm>
            <a:off x="21918931" y="1082041"/>
            <a:ext cx="260350" cy="260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7" name="椭圆 6"/>
          <p:cNvSpPr/>
          <p:nvPr userDrawn="1"/>
        </p:nvSpPr>
        <p:spPr>
          <a:xfrm>
            <a:off x="22418041" y="1082041"/>
            <a:ext cx="260350" cy="26035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99640" y="9716770"/>
            <a:ext cx="54991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任意多边形 9"/>
          <p:cNvSpPr/>
          <p:nvPr userDrawn="1"/>
        </p:nvSpPr>
        <p:spPr>
          <a:xfrm rot="20220000">
            <a:off x="15664884" y="4908395"/>
            <a:ext cx="3223260" cy="937696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38" h="7383">
                <a:moveTo>
                  <a:pt x="0" y="0"/>
                </a:moveTo>
                <a:lnTo>
                  <a:pt x="2538" y="0"/>
                </a:lnTo>
                <a:lnTo>
                  <a:pt x="2538" y="7383"/>
                </a:lnTo>
                <a:lnTo>
                  <a:pt x="0" y="63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600">
              <a:sym typeface="+mn-ea"/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20220000">
            <a:off x="19939336" y="3143489"/>
            <a:ext cx="3992880" cy="118224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44" h="9309">
                <a:moveTo>
                  <a:pt x="0" y="0"/>
                </a:moveTo>
                <a:lnTo>
                  <a:pt x="3144" y="0"/>
                </a:lnTo>
                <a:lnTo>
                  <a:pt x="3144" y="9309"/>
                </a:lnTo>
                <a:lnTo>
                  <a:pt x="0" y="79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600">
              <a:sym typeface="+mn-ea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12552680"/>
            <a:ext cx="24378920" cy="1163320"/>
          </a:xfrm>
          <a:prstGeom prst="rect">
            <a:avLst/>
          </a:prstGeom>
          <a:solidFill>
            <a:srgbClr val="1462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20" name="任意多边形 19"/>
          <p:cNvSpPr/>
          <p:nvPr userDrawn="1"/>
        </p:nvSpPr>
        <p:spPr>
          <a:xfrm rot="20220000">
            <a:off x="15986189" y="-1303099"/>
            <a:ext cx="4380230" cy="1125489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49" h="8862">
                <a:moveTo>
                  <a:pt x="3449" y="1464"/>
                </a:moveTo>
                <a:lnTo>
                  <a:pt x="3449" y="8862"/>
                </a:lnTo>
                <a:lnTo>
                  <a:pt x="0" y="8862"/>
                </a:lnTo>
                <a:lnTo>
                  <a:pt x="0" y="0"/>
                </a:lnTo>
                <a:lnTo>
                  <a:pt x="3449" y="1464"/>
                </a:lnTo>
                <a:close/>
              </a:path>
            </a:pathLst>
          </a:custGeom>
          <a:gradFill>
            <a:gsLst>
              <a:gs pos="100000">
                <a:srgbClr val="F6F8FC">
                  <a:alpha val="0"/>
                </a:srgbClr>
              </a:gs>
              <a:gs pos="76000">
                <a:schemeClr val="accent1">
                  <a:lumMod val="5000"/>
                  <a:lumOff val="95000"/>
                  <a:alpha val="60000"/>
                </a:schemeClr>
              </a:gs>
              <a:gs pos="0">
                <a:srgbClr val="3267E0">
                  <a:alpha val="100000"/>
                </a:srgbClr>
              </a:gs>
              <a:gs pos="1400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600"/>
          </a:p>
        </p:txBody>
      </p:sp>
      <p:sp>
        <p:nvSpPr>
          <p:cNvPr id="11" name="椭圆 10"/>
          <p:cNvSpPr/>
          <p:nvPr userDrawn="1"/>
        </p:nvSpPr>
        <p:spPr>
          <a:xfrm>
            <a:off x="3578860" y="3442970"/>
            <a:ext cx="1209040" cy="120904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5" name="文本占位符 14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199790" y="6513870"/>
            <a:ext cx="15537600" cy="11521440"/>
          </a:xfr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lvl1pPr marL="0" marR="0" algn="l" defTabSz="18288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sz="120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gradFill>
          <a:gsLst>
            <a:gs pos="27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 userDrawn="1"/>
        </p:nvSpPr>
        <p:spPr>
          <a:xfrm rot="20220000">
            <a:off x="15503419" y="-1436237"/>
            <a:ext cx="4380230" cy="1460445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49" h="11500">
                <a:moveTo>
                  <a:pt x="3449" y="1464"/>
                </a:moveTo>
                <a:lnTo>
                  <a:pt x="3449" y="11500"/>
                </a:lnTo>
                <a:lnTo>
                  <a:pt x="0" y="11500"/>
                </a:lnTo>
                <a:lnTo>
                  <a:pt x="0" y="0"/>
                </a:lnTo>
                <a:lnTo>
                  <a:pt x="3449" y="146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60000"/>
                </a:schemeClr>
              </a:gs>
              <a:gs pos="10000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600">
              <a:sym typeface="+mn-ea"/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20220000">
            <a:off x="16187055" y="-1343998"/>
            <a:ext cx="4380230" cy="1228380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49" h="9672">
                <a:moveTo>
                  <a:pt x="3449" y="1464"/>
                </a:moveTo>
                <a:lnTo>
                  <a:pt x="3449" y="9672"/>
                </a:lnTo>
                <a:lnTo>
                  <a:pt x="0" y="9672"/>
                </a:lnTo>
                <a:lnTo>
                  <a:pt x="0" y="0"/>
                </a:lnTo>
                <a:lnTo>
                  <a:pt x="3449" y="1464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  <a:alpha val="60000"/>
                </a:schemeClr>
              </a:gs>
              <a:gs pos="0">
                <a:srgbClr val="3267E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600"/>
          </a:p>
        </p:txBody>
      </p:sp>
      <p:pic>
        <p:nvPicPr>
          <p:cNvPr id="6" name="图片 5" descr="173629928210086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55870"/>
            <a:ext cx="24378920" cy="817118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12552680"/>
            <a:ext cx="24378920" cy="1163320"/>
          </a:xfrm>
          <a:prstGeom prst="rect">
            <a:avLst/>
          </a:prstGeom>
          <a:solidFill>
            <a:srgbClr val="1462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9" name="Text Box 3"/>
          <p:cNvSpPr txBox="1">
            <a:spLocks noChangeArrowheads="1"/>
          </p:cNvSpPr>
          <p:nvPr userDrawn="1"/>
        </p:nvSpPr>
        <p:spPr bwMode="auto">
          <a:xfrm>
            <a:off x="1826260" y="1728471"/>
            <a:ext cx="9380220" cy="604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82858" tIns="91428" rIns="182858" bIns="91428">
            <a:spAutoFit/>
          </a:bodyPr>
          <a:lstStyle/>
          <a:p>
            <a:pPr algn="l" fontAlgn="auto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r>
              <a:rPr lang="en-US" sz="2400" cap="all" spc="16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300925.SZ</a:t>
            </a:r>
            <a:endParaRPr lang="en-US" sz="2400" b="1" cap="all" spc="16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pic>
        <p:nvPicPr>
          <p:cNvPr id="12" name="图片 11" descr="法本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661" y="886460"/>
            <a:ext cx="3145790" cy="72644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0920711" y="1082041"/>
            <a:ext cx="260350" cy="260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5" name="椭圆 14"/>
          <p:cNvSpPr/>
          <p:nvPr userDrawn="1"/>
        </p:nvSpPr>
        <p:spPr>
          <a:xfrm>
            <a:off x="21419821" y="1082041"/>
            <a:ext cx="260350" cy="26035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6" name="椭圆 15"/>
          <p:cNvSpPr/>
          <p:nvPr userDrawn="1"/>
        </p:nvSpPr>
        <p:spPr>
          <a:xfrm>
            <a:off x="21918931" y="1082041"/>
            <a:ext cx="260350" cy="260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20" name="椭圆 19"/>
          <p:cNvSpPr/>
          <p:nvPr userDrawn="1"/>
        </p:nvSpPr>
        <p:spPr>
          <a:xfrm>
            <a:off x="22418041" y="1082041"/>
            <a:ext cx="260350" cy="26035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1826805" y="10856407"/>
            <a:ext cx="6364274" cy="1457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82858" tIns="91428" rIns="182858" bIns="91428">
            <a:spAutoFit/>
          </a:bodyPr>
          <a:lstStyle/>
          <a:p>
            <a:pPr algn="l" fontAlgn="auto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cap="all" spc="200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深圳市法本信息技术股份有限公司</a:t>
            </a:r>
            <a:endParaRPr lang="en-US" altLang="zh-CN" sz="2800" cap="all" spc="200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algn="l" fontAlgn="auto">
              <a:lnSpc>
                <a:spcPct val="125000"/>
              </a:lnSpc>
              <a:defRPr/>
            </a:pPr>
            <a:r>
              <a:rPr lang="en-US" altLang="zh-CN" sz="2000" spc="-60" dirty="0" err="1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Shenzhen Farben</a:t>
            </a:r>
            <a:r>
              <a:rPr lang="en-US" altLang="zh-CN" sz="2000" spc="-60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Information Technology Co., Ltd.</a:t>
            </a:r>
            <a:endParaRPr lang="en-US" altLang="zh-CN" sz="2000" spc="-60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algn="l" fontAlgn="auto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endParaRPr lang="en-US" altLang="zh-CN" sz="2000" b="1" cap="all" spc="-60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pic>
        <p:nvPicPr>
          <p:cNvPr id="17" name="图片 16" descr="订阅号二维码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949381" y="7611111"/>
            <a:ext cx="2856230" cy="2856230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>
            <p:custDataLst>
              <p:tags r:id="rId5"/>
            </p:custDataLst>
          </p:nvPr>
        </p:nvSpPr>
        <p:spPr>
          <a:xfrm>
            <a:off x="5357875" y="799592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Arial" panose="020B0604020202020204" pitchFamily="34" charset="0"/>
              </a:rPr>
              <a:t>法本信息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 userDrawn="1">
            <p:custDataLst>
              <p:tags r:id="rId6"/>
            </p:custDataLst>
          </p:nvPr>
        </p:nvSpPr>
        <p:spPr>
          <a:xfrm>
            <a:off x="5358060" y="8685530"/>
            <a:ext cx="8958580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广东省深圳市南山科技创新中心南山智城</a:t>
            </a:r>
            <a:r>
              <a:rPr lang="en-US" altLang="zh-CN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A2 </a:t>
            </a:r>
            <a:r>
              <a:rPr lang="zh-CN" altLang="en-US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栋</a:t>
            </a:r>
            <a:r>
              <a:rPr lang="en-US" altLang="zh-CN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36 </a:t>
            </a:r>
            <a:r>
              <a:rPr lang="zh-CN" altLang="en-US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层</a:t>
            </a:r>
            <a:r>
              <a:rPr lang="en-US" altLang="zh-CN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-38 </a:t>
            </a:r>
            <a:r>
              <a:rPr lang="zh-CN" altLang="en-US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层</a:t>
            </a:r>
            <a:endParaRPr lang="zh-CN" altLang="en-US" sz="2400" spc="-46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www.farben.com.cn</a:t>
            </a:r>
            <a:endParaRPr lang="zh-CN" altLang="en-US" sz="2400" spc="-46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2400" spc="-46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0755-2363 3188</a:t>
            </a:r>
            <a:endParaRPr lang="en-US" altLang="zh-CN" sz="2400" spc="-46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>
            <p:custDataLst>
              <p:tags r:id="rId1"/>
            </p:custDataLst>
          </p:nvPr>
        </p:nvGrpSpPr>
        <p:grpSpPr>
          <a:xfrm>
            <a:off x="9573260" y="2090420"/>
            <a:ext cx="10325100" cy="1569720"/>
            <a:chOff x="7538" y="1646"/>
            <a:chExt cx="8130" cy="1236"/>
          </a:xfrm>
        </p:grpSpPr>
        <p:sp>
          <p:nvSpPr>
            <p:cNvPr id="21" name="椭圆 20"/>
            <p:cNvSpPr/>
            <p:nvPr>
              <p:custDataLst>
                <p:tags r:id="rId2"/>
              </p:custDataLst>
            </p:nvPr>
          </p:nvSpPr>
          <p:spPr>
            <a:xfrm>
              <a:off x="15099" y="1646"/>
              <a:ext cx="569" cy="56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3267E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3"/>
              </p:custDataLst>
            </p:nvPr>
          </p:nvSpPr>
          <p:spPr>
            <a:xfrm>
              <a:off x="14786" y="1646"/>
              <a:ext cx="596" cy="1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  <a:defRPr/>
              </a:pPr>
              <a:r>
                <a:rPr lang="en-US" altLang="zh-CN" sz="9600" b="1" dirty="0" err="1">
                  <a:ln w="12700">
                    <a:solidFill>
                      <a:srgbClr val="3267E0"/>
                    </a:solidFill>
                  </a:ln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lt"/>
                  <a:sym typeface="+mn-ea"/>
                </a:rPr>
                <a:t>1</a:t>
              </a:r>
              <a:endParaRPr lang="en-US" altLang="zh-CN" sz="9600" b="1" dirty="0" err="1">
                <a:ln w="12700">
                  <a:solidFill>
                    <a:srgbClr val="3267E0"/>
                  </a:solidFill>
                </a:ln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lt"/>
                <a:sym typeface="+mn-ea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4"/>
              </p:custDataLst>
            </p:nvPr>
          </p:nvSpPr>
          <p:spPr>
            <a:xfrm>
              <a:off x="7538" y="1979"/>
              <a:ext cx="7248" cy="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400" b="1" dirty="0">
                  <a:solidFill>
                    <a:srgbClr val="005FC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研发背景</a:t>
              </a:r>
              <a:endParaRPr lang="zh-CN" altLang="en-US" sz="6400" b="1" dirty="0">
                <a:solidFill>
                  <a:srgbClr val="005FC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5"/>
            </p:custDataLst>
          </p:nvPr>
        </p:nvGrpSpPr>
        <p:grpSpPr>
          <a:xfrm>
            <a:off x="9573260" y="4288790"/>
            <a:ext cx="10325100" cy="1569720"/>
            <a:chOff x="7538" y="1646"/>
            <a:chExt cx="8130" cy="1236"/>
          </a:xfrm>
        </p:grpSpPr>
        <p:sp>
          <p:nvSpPr>
            <p:cNvPr id="25" name="椭圆 24"/>
            <p:cNvSpPr/>
            <p:nvPr>
              <p:custDataLst>
                <p:tags r:id="rId6"/>
              </p:custDataLst>
            </p:nvPr>
          </p:nvSpPr>
          <p:spPr>
            <a:xfrm>
              <a:off x="15099" y="1646"/>
              <a:ext cx="569" cy="56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3267E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"/>
              </p:custDataLst>
            </p:nvPr>
          </p:nvSpPr>
          <p:spPr>
            <a:xfrm>
              <a:off x="14786" y="1646"/>
              <a:ext cx="596" cy="1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  <a:defRPr/>
              </a:pPr>
              <a:r>
                <a:rPr lang="en-US" altLang="zh-CN" sz="9600" b="1" dirty="0" err="1">
                  <a:ln w="12700">
                    <a:solidFill>
                      <a:srgbClr val="3267E0"/>
                    </a:solidFill>
                  </a:ln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lt"/>
                  <a:sym typeface="+mn-ea"/>
                </a:rPr>
                <a:t>2</a:t>
              </a:r>
              <a:endParaRPr lang="en-US" altLang="zh-CN" sz="9600" b="1" dirty="0" err="1">
                <a:ln w="12700">
                  <a:solidFill>
                    <a:srgbClr val="3267E0"/>
                  </a:solidFill>
                </a:ln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lt"/>
                <a:sym typeface="+mn-ea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8"/>
              </p:custDataLst>
            </p:nvPr>
          </p:nvSpPr>
          <p:spPr>
            <a:xfrm>
              <a:off x="7538" y="1979"/>
              <a:ext cx="7561" cy="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400" b="1" dirty="0">
                  <a:solidFill>
                    <a:srgbClr val="005FC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市场洞察</a:t>
              </a:r>
              <a:endParaRPr lang="zh-CN" altLang="en-US" sz="6400" b="1" dirty="0">
                <a:solidFill>
                  <a:srgbClr val="005FC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9"/>
            </p:custDataLst>
          </p:nvPr>
        </p:nvGrpSpPr>
        <p:grpSpPr>
          <a:xfrm>
            <a:off x="9573260" y="6682740"/>
            <a:ext cx="10325100" cy="1569720"/>
            <a:chOff x="7538" y="1646"/>
            <a:chExt cx="8130" cy="1236"/>
          </a:xfrm>
        </p:grpSpPr>
        <p:sp>
          <p:nvSpPr>
            <p:cNvPr id="46" name="椭圆 45"/>
            <p:cNvSpPr/>
            <p:nvPr>
              <p:custDataLst>
                <p:tags r:id="rId10"/>
              </p:custDataLst>
            </p:nvPr>
          </p:nvSpPr>
          <p:spPr>
            <a:xfrm>
              <a:off x="15099" y="1646"/>
              <a:ext cx="569" cy="56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3267E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11"/>
              </p:custDataLst>
            </p:nvPr>
          </p:nvSpPr>
          <p:spPr>
            <a:xfrm>
              <a:off x="14786" y="1646"/>
              <a:ext cx="596" cy="1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  <a:defRPr/>
              </a:pPr>
              <a:r>
                <a:rPr lang="en-US" altLang="zh-CN" sz="9600" b="1" dirty="0" err="1">
                  <a:ln w="12700">
                    <a:solidFill>
                      <a:srgbClr val="3267E0"/>
                    </a:solidFill>
                  </a:ln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lt"/>
                  <a:sym typeface="+mn-ea"/>
                </a:rPr>
                <a:t>3</a:t>
              </a:r>
              <a:endParaRPr lang="en-US" altLang="zh-CN" sz="9600" b="1" dirty="0" err="1">
                <a:ln w="12700">
                  <a:solidFill>
                    <a:srgbClr val="3267E0"/>
                  </a:solidFill>
                </a:ln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lt"/>
                <a:sym typeface="+mn-ea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7538" y="1979"/>
              <a:ext cx="7679" cy="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400" b="1" dirty="0">
                  <a:solidFill>
                    <a:srgbClr val="005FC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研发计划</a:t>
              </a:r>
              <a:endParaRPr lang="zh-CN" altLang="en-US" sz="6400" b="1" dirty="0">
                <a:solidFill>
                  <a:srgbClr val="005FC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9573260" y="9041130"/>
            <a:ext cx="10325100" cy="1569720"/>
            <a:chOff x="7538" y="1646"/>
            <a:chExt cx="8130" cy="1236"/>
          </a:xfrm>
        </p:grpSpPr>
        <p:sp>
          <p:nvSpPr>
            <p:cNvPr id="50" name="椭圆 49"/>
            <p:cNvSpPr/>
            <p:nvPr>
              <p:custDataLst>
                <p:tags r:id="rId14"/>
              </p:custDataLst>
            </p:nvPr>
          </p:nvSpPr>
          <p:spPr>
            <a:xfrm>
              <a:off x="15099" y="1646"/>
              <a:ext cx="569" cy="56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3267E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5"/>
              </p:custDataLst>
            </p:nvPr>
          </p:nvSpPr>
          <p:spPr>
            <a:xfrm>
              <a:off x="14786" y="1646"/>
              <a:ext cx="596" cy="1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  <a:defRPr/>
              </a:pPr>
              <a:r>
                <a:rPr lang="en-US" altLang="zh-CN" sz="9600" b="1" dirty="0" err="1">
                  <a:ln w="12700">
                    <a:solidFill>
                      <a:srgbClr val="3267E0"/>
                    </a:solidFill>
                  </a:ln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lt"/>
                  <a:sym typeface="+mn-ea"/>
                </a:rPr>
                <a:t>4</a:t>
              </a:r>
              <a:endParaRPr lang="en-US" altLang="zh-CN" sz="9600" b="1" dirty="0" err="1">
                <a:ln w="12700">
                  <a:solidFill>
                    <a:srgbClr val="3267E0"/>
                  </a:solidFill>
                </a:ln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lt"/>
                <a:sym typeface="+mn-ea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16"/>
              </p:custDataLst>
            </p:nvPr>
          </p:nvSpPr>
          <p:spPr>
            <a:xfrm>
              <a:off x="7538" y="1979"/>
              <a:ext cx="7679" cy="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400" b="1" dirty="0">
                  <a:solidFill>
                    <a:srgbClr val="005FC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商业计划</a:t>
              </a:r>
              <a:endParaRPr lang="zh-CN" altLang="en-US" sz="6400" b="1" dirty="0">
                <a:solidFill>
                  <a:srgbClr val="005FC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</p:grpSp>
    </p:spTree>
    <p:custDataLst>
      <p:tags r:id="rId1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7493615" cy="1445260"/>
          </a:xfrm>
        </p:spPr>
        <p:txBody>
          <a:bodyPr/>
          <a:lstStyle/>
          <a:p>
            <a:pPr algn="l"/>
            <a:r>
              <a:rPr lang="zh-CN" altLang="en-US"/>
              <a:t>研发背景：投标生产方式正在从“人工堆文档”升级为“</a:t>
            </a:r>
            <a:r>
              <a:rPr lang="en-US" altLang="zh-CN"/>
              <a:t>AI</a:t>
            </a:r>
            <a:r>
              <a:rPr lang="zh-CN" altLang="en-US"/>
              <a:t>协同作业”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研发背景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72235" y="3474720"/>
            <a:ext cx="704088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372235" y="3474720"/>
            <a:ext cx="146304" cy="2560320"/>
          </a:xfrm>
          <a:prstGeom prst="rect">
            <a:avLst/>
          </a:prstGeom>
          <a:solidFill>
            <a:srgbClr val="0066B3"/>
          </a:solidFill>
          <a:ln w="12700">
            <a:solidFill>
              <a:srgbClr val="006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74571" y="3803904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业务触发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74571" y="4535424"/>
            <a:ext cx="6400800" cy="12435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投标文件体量大、周期短、要求碎片化，售前/交付/资质/法务多部门协同，人工方式效率瓶颈明显。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7435" y="3474720"/>
            <a:ext cx="704088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7435" y="3474720"/>
            <a:ext cx="146304" cy="2560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089771" y="3803904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战略契合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89771" y="4535424"/>
            <a:ext cx="6400800" cy="12435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法本已具备企业级 Agent 平台与项目交付体系，适合将内部高频投标场景产品化、平台化。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002635" y="3474720"/>
            <a:ext cx="704088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002635" y="3474720"/>
            <a:ext cx="146304" cy="2560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6404971" y="3803904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客户机会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04971" y="4535424"/>
            <a:ext cx="6400800" cy="12435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政企、金融、能源、运营商、工程与IT服务商均存在标书高频生产和合规检查需求。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29435" y="6751320"/>
            <a:ext cx="21031200" cy="2468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Autofit/>
          </a:bodyPr>
          <a:lstStyle/>
          <a:p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主导部门：AI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创新中心</a:t>
            </a: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 招投标联合立项。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内部协作对象：销售、售前、交付、法务、财务、资质管理、知识管理与平台研发团队。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项目定位：以“智能标书能力”作为法本 Agent 平台的行业化应用样板，并形成可对外售卖的产品能力。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3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0800080" cy="1445260"/>
          </a:xfrm>
        </p:spPr>
        <p:txBody>
          <a:bodyPr/>
          <a:lstStyle/>
          <a:p>
            <a:pPr algn="l"/>
            <a:r>
              <a:rPr lang="zh-CN" altLang="en-US"/>
              <a:t>研发背景：基于法本龙虾的智能投标工作台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研发背景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463675" y="3048000"/>
            <a:ext cx="66751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63675" y="3048000"/>
            <a:ext cx="146304" cy="2194560"/>
          </a:xfrm>
          <a:prstGeom prst="rect">
            <a:avLst/>
          </a:prstGeom>
          <a:solidFill>
            <a:srgbClr val="0066B3"/>
          </a:solidFill>
          <a:ln w="12700">
            <a:solidFill>
              <a:srgbClr val="006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866011" y="3377184"/>
            <a:ext cx="60350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What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66011" y="4108704"/>
            <a:ext cx="6035040" cy="8778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智能解析招标文件，生成目录、正文、检查报告并自动排版导出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53195" y="3048000"/>
            <a:ext cx="66751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053195" y="3048000"/>
            <a:ext cx="146304" cy="2194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455531" y="3377184"/>
            <a:ext cx="60350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Why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455531" y="4108704"/>
            <a:ext cx="6035040" cy="8778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提升投标效率、降低废标风险、沉淀企业投标知识资产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642715" y="3048000"/>
            <a:ext cx="66751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642715" y="3048000"/>
            <a:ext cx="146304" cy="2194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7045051" y="3377184"/>
            <a:ext cx="60350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Who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045051" y="4108704"/>
            <a:ext cx="6035040" cy="8778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产研中心牵头，平台研发/算法/售前/投标专家共建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463675" y="6065520"/>
            <a:ext cx="66751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463675" y="6065520"/>
            <a:ext cx="146304" cy="219456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866011" y="6394704"/>
            <a:ext cx="60350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Where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66011" y="7126224"/>
            <a:ext cx="6035040" cy="8778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FarClaw 平台 + 企业私有知识库 + 标书工作台页面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53195" y="6065520"/>
            <a:ext cx="66751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053195" y="6065520"/>
            <a:ext cx="146304" cy="2194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455531" y="6394704"/>
            <a:ext cx="60350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When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55531" y="7126224"/>
            <a:ext cx="6035040" cy="8778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6个月完成V1.0，12个月形成行业可复制版本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6642715" y="6065520"/>
            <a:ext cx="66751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6642715" y="6065520"/>
            <a:ext cx="146304" cy="21945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7045051" y="6394704"/>
            <a:ext cx="60350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How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7045051" y="7126224"/>
            <a:ext cx="6035040" cy="8778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FarClaw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r>
              <a:rPr lang="en-US" altLang="zh-CN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</a:t>
            </a:r>
            <a:r>
              <a:rPr lang="en-US" altLang="zh-CN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lang="en-US" altLang="zh-CN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46555" y="9296400"/>
            <a:ext cx="21214080" cy="1188720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产品名称：FarBid AI 智能投标助手（暂定）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目标市场：政企采购、金融/能源/运营商、IT服务/系统集成、工程建设及咨询服务企业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978660" y="6478270"/>
            <a:ext cx="12946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defRPr/>
            </a:pPr>
            <a:r>
              <a:rPr lang="zh-CN" altLang="en-US" sz="1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lt"/>
              </a:rPr>
              <a:t>市场洞察</a:t>
            </a:r>
            <a:endParaRPr lang="zh-CN" altLang="en-US" sz="1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978661" y="3442971"/>
            <a:ext cx="4796790" cy="2554356"/>
            <a:chOff x="8277" y="2556"/>
            <a:chExt cx="2257" cy="1202"/>
          </a:xfrm>
        </p:grpSpPr>
        <p:sp>
          <p:nvSpPr>
            <p:cNvPr id="20" name="椭圆 19"/>
            <p:cNvSpPr/>
            <p:nvPr/>
          </p:nvSpPr>
          <p:spPr>
            <a:xfrm>
              <a:off x="9030" y="2556"/>
              <a:ext cx="569" cy="56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3267E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277" y="2556"/>
              <a:ext cx="2257" cy="1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  <a:defRPr/>
              </a:pPr>
              <a:r>
                <a:rPr lang="en-US" altLang="zh-CN" sz="16000" b="1" dirty="0">
                  <a:ln w="12700">
                    <a:solidFill>
                      <a:srgbClr val="3267E0"/>
                    </a:solidFill>
                  </a:ln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lt"/>
                  <a:sym typeface="+mn-ea"/>
                </a:rPr>
                <a:t>02</a:t>
              </a:r>
              <a:endParaRPr lang="en-US" altLang="zh-CN" sz="16000" b="1" dirty="0">
                <a:ln w="12700">
                  <a:solidFill>
                    <a:srgbClr val="3267E0"/>
                  </a:solidFill>
                </a:ln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lt"/>
                <a:sym typeface="+mn-ea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5180331" y="3916680"/>
            <a:ext cx="71996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400" b="1">
                <a:solidFill>
                  <a:srgbClr val="005FC0"/>
                </a:solidFill>
              </a:rPr>
              <a:t>PART </a:t>
            </a:r>
            <a:endParaRPr lang="en-US" altLang="zh-CN" sz="6400" b="1">
              <a:solidFill>
                <a:srgbClr val="005FC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2299315" cy="1445260"/>
          </a:xfrm>
        </p:spPr>
        <p:txBody>
          <a:bodyPr/>
          <a:lstStyle/>
          <a:p>
            <a:pPr algn="l"/>
            <a:r>
              <a:rPr lang="zh-CN" altLang="en-US"/>
              <a:t>政策与经济环境：招投标 </a:t>
            </a:r>
            <a:r>
              <a:rPr lang="en-US" altLang="zh-CN"/>
              <a:t>AI </a:t>
            </a:r>
            <a:r>
              <a:rPr lang="zh-CN" altLang="en-US"/>
              <a:t>应用进入政策窗口期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市场洞察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72235" y="3474720"/>
            <a:ext cx="694944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372235" y="3474720"/>
            <a:ext cx="146304" cy="3017520"/>
          </a:xfrm>
          <a:prstGeom prst="rect">
            <a:avLst/>
          </a:prstGeom>
          <a:solidFill>
            <a:srgbClr val="0066B3"/>
          </a:solidFill>
          <a:ln w="12700">
            <a:solidFill>
              <a:srgbClr val="006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74571" y="3803904"/>
            <a:ext cx="6309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政策牵引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74571" y="4535424"/>
            <a:ext cx="6309360" cy="17007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八部门《实施意见》明确推进招投标交易全过程和管理环节 AI 应用，重点场景包含招标文件检测、智能辅助评标、围串标识别等。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7435" y="3474720"/>
            <a:ext cx="694944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7435" y="3474720"/>
            <a:ext cx="146304" cy="3017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089771" y="3803904"/>
            <a:ext cx="6309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产业基础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89771" y="4535424"/>
            <a:ext cx="6309360" cy="17007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信通院测算：2024年我国AI核心产业规模已突破9000亿元，2025年预计突破1.2万亿元，智能体从“能思考”走向“能实干”。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002635" y="3474720"/>
            <a:ext cx="694944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002635" y="3474720"/>
            <a:ext cx="146304" cy="3017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6404971" y="3803904"/>
            <a:ext cx="6309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企业IT转向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04971" y="4535424"/>
            <a:ext cx="6309360" cy="17007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强监管行业更重视本地/专属部署、数据安全、低时延和知识资产沉淀，企业级AI应用层处于早期导入窗口。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012315" y="8793480"/>
            <a:ext cx="19933920" cy="0"/>
          </a:xfrm>
          <a:prstGeom prst="line">
            <a:avLst/>
          </a:prstGeom>
          <a:noFill/>
          <a:ln w="254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866011" y="8574024"/>
            <a:ext cx="292608" cy="292608"/>
          </a:xfrm>
          <a:prstGeom prst="ellipse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89355" y="9067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2013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715" y="9744456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</a:rPr>
              <a:t>电子招投标制度化</a:t>
            </a:r>
            <a:endParaRPr lang="en-US" sz="2800" dirty="0">
              <a:solidFill>
                <a:srgbClr val="6B77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35291" y="8574024"/>
            <a:ext cx="292608" cy="292608"/>
          </a:xfrm>
          <a:prstGeom prst="ellipse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58635" y="9067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2024-2025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995" y="9744456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生成式AI产业化</a:t>
            </a:r>
            <a:endParaRPr lang="en-US" sz="2800" dirty="0">
              <a:solidFill>
                <a:srgbClr val="6B77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3204571" y="8574024"/>
            <a:ext cx="292608" cy="292608"/>
          </a:xfrm>
          <a:prstGeom prst="ellipse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527915" y="9067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979275" y="9744456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招投标AI推广应用</a:t>
            </a:r>
            <a:endParaRPr lang="en-US" sz="2800" dirty="0">
              <a:solidFill>
                <a:srgbClr val="6B77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8873851" y="8574024"/>
            <a:ext cx="292608" cy="292608"/>
          </a:xfrm>
          <a:prstGeom prst="ellipse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8197195" y="9067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2027+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7648555" y="9744456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</a:rPr>
              <a:t>重点场景全国推广</a:t>
            </a:r>
            <a:endParaRPr lang="en-US" sz="2800" dirty="0">
              <a:solidFill>
                <a:srgbClr val="6B77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4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3035280" cy="1445260"/>
          </a:xfrm>
        </p:spPr>
        <p:txBody>
          <a:bodyPr/>
          <a:lstStyle/>
          <a:p>
            <a:pPr algn="l"/>
            <a:r>
              <a:rPr lang="zh-CN" altLang="en-US"/>
              <a:t>行业趋势与市场空间：从工具提效走向全流程智能体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市场洞察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280795" y="3230880"/>
            <a:ext cx="54864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280795" y="3230880"/>
            <a:ext cx="146304" cy="2377440"/>
          </a:xfrm>
          <a:prstGeom prst="rect">
            <a:avLst/>
          </a:prstGeom>
          <a:solidFill>
            <a:srgbClr val="0066B3"/>
          </a:solidFill>
          <a:ln w="12700">
            <a:solidFill>
              <a:srgbClr val="006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83131" y="3560064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趋势1：从单点生成到全流程闭环</a:t>
            </a:r>
            <a:endParaRPr lang="en-US" sz="24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83131" y="4291584"/>
            <a:ext cx="4846320" cy="10607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解析、目录、生成、检查、排版必须串联；仅“写一章”无法解决废标和协作问题。</a:t>
            </a:r>
            <a:endParaRPr lang="en-US" sz="24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224395" y="3230880"/>
            <a:ext cx="54864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224395" y="3230880"/>
            <a:ext cx="146304" cy="2377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626731" y="3560064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趋势2：从Chat到Agent</a:t>
            </a:r>
            <a:endParaRPr lang="en-US" sz="24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6731" y="4291584"/>
            <a:ext cx="4846320" cy="10607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新华社等行业观察指出，AI竞争正转向“能办事”的智能体时代；投标是典型长流程任务。</a:t>
            </a:r>
            <a:endParaRPr lang="en-US" sz="24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167995" y="3230880"/>
            <a:ext cx="54864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3167995" y="3230880"/>
            <a:ext cx="146304" cy="2377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3570331" y="3560064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趋势3：从通用模型到企业知识库</a:t>
            </a:r>
            <a:endParaRPr lang="en-US" sz="24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570331" y="4291584"/>
            <a:ext cx="4846320" cy="10607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投标内容必须引用资质、业绩、人员、产品参数和历史标书风格，企业自有数据是壁垒。</a:t>
            </a:r>
            <a:endParaRPr lang="en-US" sz="24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9111595" y="3230880"/>
            <a:ext cx="41148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9111595" y="3230880"/>
            <a:ext cx="146304" cy="23774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9513931" y="3560064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趋势4：从公有云到可信部署</a:t>
            </a:r>
            <a:endParaRPr lang="en-US" sz="24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513931" y="4291584"/>
            <a:ext cx="3474720" cy="10607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大型政企客户偏好私有化、专属云或混合部署，要求审计、权限、引用可追溯。</a:t>
            </a:r>
            <a:endParaRPr lang="en-US" sz="24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46555" y="6979920"/>
            <a:ext cx="20665440" cy="1005840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市场判断：AI标书不是“文本生成小工具”，而是投标知识资产 + 多智能体流程编排 + 文档工程能力的复合型产品。</a:t>
            </a:r>
            <a:endParaRPr lang="en-US" sz="24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829435" y="9174480"/>
            <a:ext cx="2286000" cy="1005840"/>
          </a:xfrm>
          <a:prstGeom prst="roundRect">
            <a:avLst>
              <a:gd name="adj" fmla="val 18182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829435" y="94670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解析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70299" y="9375648"/>
            <a:ext cx="640080" cy="603504"/>
          </a:xfrm>
          <a:prstGeom prst="chevron">
            <a:avLst/>
          </a:prstGeom>
          <a:solidFill>
            <a:srgbClr val="D7EAF8"/>
          </a:solidFill>
          <a:ln w="12700">
            <a:solidFill>
              <a:srgbClr val="D7E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121275" y="9174480"/>
            <a:ext cx="2286000" cy="1005840"/>
          </a:xfrm>
          <a:prstGeom prst="roundRect">
            <a:avLst>
              <a:gd name="adj" fmla="val 18182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121275" y="94670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62139" y="9375648"/>
            <a:ext cx="640080" cy="603504"/>
          </a:xfrm>
          <a:prstGeom prst="chevron">
            <a:avLst/>
          </a:prstGeom>
          <a:solidFill>
            <a:srgbClr val="D7EAF8"/>
          </a:solidFill>
          <a:ln w="12700">
            <a:solidFill>
              <a:srgbClr val="D7E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13115" y="9174480"/>
            <a:ext cx="2286000" cy="1005840"/>
          </a:xfrm>
          <a:prstGeom prst="roundRect">
            <a:avLst>
              <a:gd name="adj" fmla="val 18182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413115" y="94670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撰写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753979" y="9375648"/>
            <a:ext cx="640080" cy="603504"/>
          </a:xfrm>
          <a:prstGeom prst="chevron">
            <a:avLst/>
          </a:prstGeom>
          <a:solidFill>
            <a:srgbClr val="D7EAF8"/>
          </a:solidFill>
          <a:ln w="12700">
            <a:solidFill>
              <a:srgbClr val="D7E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1704955" y="9174480"/>
            <a:ext cx="2286000" cy="1005840"/>
          </a:xfrm>
          <a:prstGeom prst="roundRect">
            <a:avLst>
              <a:gd name="adj" fmla="val 18182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704955" y="94670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检查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4045819" y="9375648"/>
            <a:ext cx="640080" cy="603504"/>
          </a:xfrm>
          <a:prstGeom prst="chevron">
            <a:avLst/>
          </a:prstGeom>
          <a:solidFill>
            <a:srgbClr val="D7EAF8"/>
          </a:solidFill>
          <a:ln w="12700">
            <a:solidFill>
              <a:srgbClr val="D7E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4996795" y="9174480"/>
            <a:ext cx="2286000" cy="1005840"/>
          </a:xfrm>
          <a:prstGeom prst="roundRect">
            <a:avLst>
              <a:gd name="adj" fmla="val 18182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4996795" y="94670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排版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7337659" y="9375648"/>
            <a:ext cx="640080" cy="603504"/>
          </a:xfrm>
          <a:prstGeom prst="chevron">
            <a:avLst/>
          </a:prstGeom>
          <a:solidFill>
            <a:srgbClr val="D7EAF8"/>
          </a:solidFill>
          <a:ln w="12700">
            <a:solidFill>
              <a:srgbClr val="D7E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8288635" y="9174480"/>
            <a:ext cx="2286000" cy="1005840"/>
          </a:xfrm>
          <a:prstGeom prst="roundRect">
            <a:avLst>
              <a:gd name="adj" fmla="val 18182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8288635" y="94670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沉淀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8427085" cy="1445260"/>
          </a:xfrm>
        </p:spPr>
        <p:txBody>
          <a:bodyPr/>
          <a:lstStyle/>
          <a:p>
            <a:pPr algn="l"/>
            <a:r>
              <a:rPr lang="zh-CN" altLang="en-US"/>
              <a:t>钛投标 </a:t>
            </a:r>
            <a:r>
              <a:rPr lang="en-US" altLang="zh-CN"/>
              <a:t>vs </a:t>
            </a:r>
            <a:r>
              <a:rPr lang="zh-CN" altLang="en-US"/>
              <a:t>云境标书</a:t>
            </a:r>
            <a:r>
              <a:rPr lang="en-US" altLang="zh-CN"/>
              <a:t>AI：</a:t>
            </a:r>
            <a:r>
              <a:rPr lang="zh-CN" altLang="en-US"/>
              <a:t>竞品分析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市场洞察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3990955" y="621792"/>
            <a:ext cx="9418320" cy="8778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结论：钛投标强在“读/查/排”的确定性，云境强在“写/协作/RAG”的可控生成；商业化应采用低门槛+企业版增值。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06475" y="2157984"/>
            <a:ext cx="1106424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2345035" y="2157984"/>
            <a:ext cx="1106424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6"/>
          <p:cNvSpPr/>
          <p:nvPr/>
        </p:nvSpPr>
        <p:spPr>
          <a:xfrm>
            <a:off x="7955915" y="2468880"/>
            <a:ext cx="3383280" cy="585216"/>
          </a:xfrm>
          <a:prstGeom prst="roundRect">
            <a:avLst>
              <a:gd name="adj" fmla="val 46875"/>
            </a:avLst>
          </a:prstGeom>
          <a:solidFill>
            <a:srgbClr val="E9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7"/>
          <p:cNvSpPr/>
          <p:nvPr/>
        </p:nvSpPr>
        <p:spPr>
          <a:xfrm>
            <a:off x="8102219" y="2569464"/>
            <a:ext cx="3090672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 / 零成本</a:t>
            </a:r>
            <a:endParaRPr lang="en-US" sz="2400" b="1" dirty="0">
              <a:solidFill>
                <a:srgbClr val="0E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257899" y="2468880"/>
            <a:ext cx="3145536" cy="585216"/>
          </a:xfrm>
          <a:prstGeom prst="roundRect">
            <a:avLst>
              <a:gd name="adj" fmla="val 46875"/>
            </a:avLst>
          </a:prstGeom>
          <a:solidFill>
            <a:srgbClr val="FFF4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9"/>
          <p:cNvSpPr/>
          <p:nvPr/>
        </p:nvSpPr>
        <p:spPr>
          <a:xfrm>
            <a:off x="19404203" y="2569464"/>
            <a:ext cx="2852928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88元/月起</a:t>
            </a:r>
            <a:endParaRPr lang="en-US" sz="2400" b="1" dirty="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500251" y="248716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6BFE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钛投标</a:t>
            </a:r>
            <a:endParaRPr lang="en-US" sz="2400" b="1" dirty="0">
              <a:solidFill>
                <a:srgbClr val="246BFE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518539" y="32918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D667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工程化、检查与排版取向</a:t>
            </a:r>
            <a:endParaRPr lang="en-US" sz="2400" dirty="0">
              <a:solidFill>
                <a:srgbClr val="5D667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500251" y="3840480"/>
            <a:ext cx="9601200" cy="6949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强项：招标解析、七维检查、六级编号/水印/格式配置、结构化九库；适合对废标风险和交付格式敏感的团队。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2838811" y="248716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65" b="1" dirty="0">
                <a:solidFill>
                  <a:srgbClr val="20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云境标书AI</a:t>
            </a:r>
            <a:endParaRPr lang="en-US" sz="2665" b="1" dirty="0">
              <a:solidFill>
                <a:srgbClr val="20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2857099" y="32918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D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协作式写作与RAG取向</a:t>
            </a:r>
            <a:endParaRPr lang="en-US" sz="2400" dirty="0">
              <a:solidFill>
                <a:srgbClr val="5D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2838811" y="3840480"/>
            <a:ext cx="9601200" cy="6949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强项：逐章字数控制、模板库、三栏正文编辑、逐章重写、RAG引用透明；适合中小企业快速起草与反复调整。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1006475" y="5303520"/>
            <a:ext cx="2249424" cy="621792"/>
          </a:xfrm>
          <a:prstGeom prst="rect">
            <a:avLst/>
          </a:prstGeom>
          <a:solidFill>
            <a:srgbClr val="172033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7"/>
          <p:cNvSpPr/>
          <p:nvPr/>
        </p:nvSpPr>
        <p:spPr>
          <a:xfrm>
            <a:off x="3255899" y="5303520"/>
            <a:ext cx="5486400" cy="621792"/>
          </a:xfrm>
          <a:prstGeom prst="rect">
            <a:avLst/>
          </a:prstGeom>
          <a:solidFill>
            <a:srgbClr val="172033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8742299" y="5303520"/>
            <a:ext cx="5486400" cy="621792"/>
          </a:xfrm>
          <a:prstGeom prst="rect">
            <a:avLst/>
          </a:prstGeom>
          <a:solidFill>
            <a:srgbClr val="172033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14228699" y="5303520"/>
            <a:ext cx="10113264" cy="621792"/>
          </a:xfrm>
          <a:prstGeom prst="rect">
            <a:avLst/>
          </a:prstGeom>
          <a:solidFill>
            <a:srgbClr val="172033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1006475" y="5925312"/>
            <a:ext cx="2249424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1"/>
          <p:cNvSpPr/>
          <p:nvPr/>
        </p:nvSpPr>
        <p:spPr>
          <a:xfrm>
            <a:off x="3255899" y="5925312"/>
            <a:ext cx="54864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8742299" y="5925312"/>
            <a:ext cx="54864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14228699" y="5925312"/>
            <a:ext cx="10113264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1006475" y="6839712"/>
            <a:ext cx="2249424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3255899" y="6839712"/>
            <a:ext cx="5486400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6"/>
          <p:cNvSpPr/>
          <p:nvPr/>
        </p:nvSpPr>
        <p:spPr>
          <a:xfrm>
            <a:off x="8742299" y="6839712"/>
            <a:ext cx="5486400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14228699" y="6839712"/>
            <a:ext cx="10113264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8"/>
          <p:cNvSpPr/>
          <p:nvPr/>
        </p:nvSpPr>
        <p:spPr>
          <a:xfrm>
            <a:off x="1006475" y="7754112"/>
            <a:ext cx="2249424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9"/>
          <p:cNvSpPr/>
          <p:nvPr/>
        </p:nvSpPr>
        <p:spPr>
          <a:xfrm>
            <a:off x="3255899" y="7754112"/>
            <a:ext cx="54864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0"/>
          <p:cNvSpPr/>
          <p:nvPr/>
        </p:nvSpPr>
        <p:spPr>
          <a:xfrm>
            <a:off x="8742299" y="7754112"/>
            <a:ext cx="54864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14228699" y="7754112"/>
            <a:ext cx="10113264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2"/>
          <p:cNvSpPr/>
          <p:nvPr/>
        </p:nvSpPr>
        <p:spPr>
          <a:xfrm>
            <a:off x="1006475" y="8668512"/>
            <a:ext cx="2249424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3"/>
          <p:cNvSpPr/>
          <p:nvPr/>
        </p:nvSpPr>
        <p:spPr>
          <a:xfrm>
            <a:off x="3255899" y="8668512"/>
            <a:ext cx="5486400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4"/>
          <p:cNvSpPr/>
          <p:nvPr/>
        </p:nvSpPr>
        <p:spPr>
          <a:xfrm>
            <a:off x="8742299" y="8668512"/>
            <a:ext cx="5486400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5"/>
          <p:cNvSpPr/>
          <p:nvPr/>
        </p:nvSpPr>
        <p:spPr>
          <a:xfrm>
            <a:off x="14228699" y="8668512"/>
            <a:ext cx="10113264" cy="914400"/>
          </a:xfrm>
          <a:prstGeom prst="rect">
            <a:avLst/>
          </a:prstGeom>
          <a:solidFill>
            <a:srgbClr val="F8FAFC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6"/>
          <p:cNvSpPr/>
          <p:nvPr/>
        </p:nvSpPr>
        <p:spPr>
          <a:xfrm>
            <a:off x="1006475" y="9582912"/>
            <a:ext cx="2249424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7"/>
          <p:cNvSpPr/>
          <p:nvPr/>
        </p:nvSpPr>
        <p:spPr>
          <a:xfrm>
            <a:off x="3255899" y="9582912"/>
            <a:ext cx="54864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8"/>
          <p:cNvSpPr/>
          <p:nvPr/>
        </p:nvSpPr>
        <p:spPr>
          <a:xfrm>
            <a:off x="8742299" y="9582912"/>
            <a:ext cx="54864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9"/>
          <p:cNvSpPr/>
          <p:nvPr/>
        </p:nvSpPr>
        <p:spPr>
          <a:xfrm>
            <a:off x="14228699" y="9582912"/>
            <a:ext cx="10113264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E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0"/>
          <p:cNvSpPr/>
          <p:nvPr/>
        </p:nvSpPr>
        <p:spPr>
          <a:xfrm>
            <a:off x="1097915" y="5468112"/>
            <a:ext cx="206654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维度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3347339" y="5468112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钛投标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8833739" y="5468112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云境标书AI</a:t>
            </a:r>
            <a:endParaRPr lang="en-US" sz="2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 43"/>
          <p:cNvSpPr/>
          <p:nvPr/>
        </p:nvSpPr>
        <p:spPr>
          <a:xfrm>
            <a:off x="14320139" y="5468112"/>
            <a:ext cx="99303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产品启示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0" name="Text 44"/>
          <p:cNvSpPr/>
          <p:nvPr/>
        </p:nvSpPr>
        <p:spPr>
          <a:xfrm>
            <a:off x="1171067" y="62179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公开价格</a:t>
            </a:r>
            <a:endParaRPr lang="en-US" sz="24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1" name="Text 45"/>
          <p:cNvSpPr/>
          <p:nvPr/>
        </p:nvSpPr>
        <p:spPr>
          <a:xfrm>
            <a:off x="3438779" y="60716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官网/App口径：免费、零成本无限制；企业服务需复核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 46"/>
          <p:cNvSpPr/>
          <p:nvPr/>
        </p:nvSpPr>
        <p:spPr>
          <a:xfrm>
            <a:off x="8925179" y="60716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解析/目录免费；10万字新人额度；88元/月起，年卡888元起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 47"/>
          <p:cNvSpPr/>
          <p:nvPr/>
        </p:nvSpPr>
        <p:spPr>
          <a:xfrm>
            <a:off x="14448155" y="6108192"/>
            <a:ext cx="9674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免费入口 + 用量包 + 企业私有化/协作增值</a:t>
            </a:r>
            <a:endParaRPr lang="en-US" sz="24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 48"/>
          <p:cNvSpPr/>
          <p:nvPr/>
        </p:nvSpPr>
        <p:spPr>
          <a:xfrm>
            <a:off x="1171067" y="7132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招标解析</a:t>
            </a:r>
            <a:endParaRPr lang="en-US" sz="24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5" name="Text 49"/>
          <p:cNvSpPr/>
          <p:nvPr/>
        </p:nvSpPr>
        <p:spPr>
          <a:xfrm>
            <a:off x="3438779" y="69860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★★★★★ 分屏核对、五标签、逐字段可编辑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 50"/>
          <p:cNvSpPr/>
          <p:nvPr/>
        </p:nvSpPr>
        <p:spPr>
          <a:xfrm>
            <a:off x="8925179" y="69860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 灵活上传/粘贴，但解析结构弱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 51"/>
          <p:cNvSpPr/>
          <p:nvPr/>
        </p:nvSpPr>
        <p:spPr>
          <a:xfrm>
            <a:off x="14448155" y="7022592"/>
            <a:ext cx="9674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入口必须做重：原文定位 + 置信度 + 可编辑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 52"/>
          <p:cNvSpPr/>
          <p:nvPr/>
        </p:nvSpPr>
        <p:spPr>
          <a:xfrm>
            <a:off x="1171067" y="80467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目录/正文</a:t>
            </a:r>
            <a:endParaRPr lang="en-US" sz="24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 53"/>
          <p:cNvSpPr/>
          <p:nvPr/>
        </p:nvSpPr>
        <p:spPr>
          <a:xfrm>
            <a:off x="3438779" y="79004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 参数丰富，但偏任务提交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 54"/>
          <p:cNvSpPr/>
          <p:nvPr/>
        </p:nvSpPr>
        <p:spPr>
          <a:xfrm>
            <a:off x="8925179" y="79004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★★★★★ 逐章字数、逐章审核、RAG透明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 55"/>
          <p:cNvSpPr/>
          <p:nvPr/>
        </p:nvSpPr>
        <p:spPr>
          <a:xfrm>
            <a:off x="14448155" y="7936992"/>
            <a:ext cx="9674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正文要做成人机协作工作台，而非黑盒生成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2" name="Text 56"/>
          <p:cNvSpPr/>
          <p:nvPr/>
        </p:nvSpPr>
        <p:spPr>
          <a:xfrm>
            <a:off x="1171067" y="8961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检查/排版</a:t>
            </a:r>
            <a:endParaRPr lang="en-US" sz="24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 57"/>
          <p:cNvSpPr/>
          <p:nvPr/>
        </p:nvSpPr>
        <p:spPr>
          <a:xfrm>
            <a:off x="3438779" y="88148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★★★★★ 七维检查、五级结果、查重降重、格式分离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 58"/>
          <p:cNvSpPr/>
          <p:nvPr/>
        </p:nvSpPr>
        <p:spPr>
          <a:xfrm>
            <a:off x="8925179" y="88148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 内嵌式检查、可见性弱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 59"/>
          <p:cNvSpPr/>
          <p:nvPr/>
        </p:nvSpPr>
        <p:spPr>
          <a:xfrm>
            <a:off x="14448155" y="8851392"/>
            <a:ext cx="9674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检查必须可追溯；排版与内容分离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6" name="Text 60"/>
          <p:cNvSpPr/>
          <p:nvPr/>
        </p:nvSpPr>
        <p:spPr>
          <a:xfrm>
            <a:off x="1171067" y="98755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知识库</a:t>
            </a:r>
            <a:endParaRPr lang="en-US" sz="24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7" name="Text 61"/>
          <p:cNvSpPr/>
          <p:nvPr/>
        </p:nvSpPr>
        <p:spPr>
          <a:xfrm>
            <a:off x="3438779" y="97292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★★★★ 结构化九库，适合工程类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 62"/>
          <p:cNvSpPr/>
          <p:nvPr/>
        </p:nvSpPr>
        <p:spPr>
          <a:xfrm>
            <a:off x="8925179" y="9729216"/>
            <a:ext cx="512064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★★★★ 非结构化RAG，灵活覆盖行业资料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 63"/>
          <p:cNvSpPr/>
          <p:nvPr/>
        </p:nvSpPr>
        <p:spPr>
          <a:xfrm>
            <a:off x="14448155" y="9765792"/>
            <a:ext cx="9674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双库：结构化资料 + 非结构化语义检索</a:t>
            </a:r>
            <a:endParaRPr lang="en-US" sz="2400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Shape 64"/>
          <p:cNvSpPr/>
          <p:nvPr/>
        </p:nvSpPr>
        <p:spPr>
          <a:xfrm>
            <a:off x="1006475" y="11027664"/>
            <a:ext cx="22402800" cy="1572768"/>
          </a:xfrm>
          <a:prstGeom prst="roundRect">
            <a:avLst>
              <a:gd name="adj" fmla="val 20930"/>
            </a:avLst>
          </a:prstGeom>
          <a:solidFill>
            <a:srgbClr val="EEF4FF"/>
          </a:solidFill>
          <a:ln w="12700">
            <a:solidFill>
              <a:srgbClr val="C9D8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5"/>
          <p:cNvSpPr/>
          <p:nvPr/>
        </p:nvSpPr>
        <p:spPr>
          <a:xfrm>
            <a:off x="1518539" y="114300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6BFE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建议打法</a:t>
            </a:r>
            <a:endParaRPr lang="en-US" sz="2400" b="1" dirty="0">
              <a:solidFill>
                <a:srgbClr val="246BFE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2" name="Text 66"/>
          <p:cNvSpPr/>
          <p:nvPr/>
        </p:nvSpPr>
        <p:spPr>
          <a:xfrm>
            <a:off x="3566795" y="11247120"/>
            <a:ext cx="117043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能力组合：吸收钛投标的“强解析 + 强检查 + 强排版”，叠加云境的“协作式写作 + RAG透明 + 逐章控制”。</a:t>
            </a:r>
            <a:endParaRPr lang="en-US" sz="23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 67"/>
          <p:cNvSpPr/>
          <p:nvPr/>
        </p:nvSpPr>
        <p:spPr>
          <a:xfrm>
            <a:off x="3566795" y="11971655"/>
            <a:ext cx="12252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定价建议：免费解析/目录引流；按字数/项目包承接中小客户；企业版按席位 + 私有化 + 审计 + 模板库收费。</a:t>
            </a:r>
            <a:endParaRPr lang="en-US" sz="23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Shape 68"/>
          <p:cNvSpPr/>
          <p:nvPr/>
        </p:nvSpPr>
        <p:spPr>
          <a:xfrm>
            <a:off x="16642715" y="11283696"/>
            <a:ext cx="5852160" cy="8229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8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69"/>
          <p:cNvSpPr/>
          <p:nvPr/>
        </p:nvSpPr>
        <p:spPr>
          <a:xfrm>
            <a:off x="16971899" y="11521440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目标定位：企业级可控投标工作台</a:t>
            </a:r>
            <a:endParaRPr lang="en-US" sz="2400" b="1" dirty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3642975" cy="1445260"/>
          </a:xfrm>
        </p:spPr>
        <p:txBody>
          <a:bodyPr/>
          <a:lstStyle/>
          <a:p>
            <a:pPr algn="l"/>
            <a:r>
              <a:rPr lang="zh-CN" altLang="en-US"/>
              <a:t>竞争分析：借鉴钛投标与云境标书</a:t>
            </a:r>
            <a:r>
              <a:rPr lang="en-US" altLang="zh-CN"/>
              <a:t>AI，</a:t>
            </a:r>
            <a:r>
              <a:rPr lang="zh-CN" altLang="en-US"/>
              <a:t>形成法本差异化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市场洞察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372235" y="3169920"/>
          <a:ext cx="21762720" cy="5486400"/>
        </p:xfrm>
        <a:graphic>
          <a:graphicData uri="http://schemas.openxmlformats.org/drawingml/2006/table">
            <a:tbl>
              <a:tblPr/>
              <a:tblGrid>
                <a:gridCol w="2947035"/>
                <a:gridCol w="5894070"/>
                <a:gridCol w="5894070"/>
                <a:gridCol w="7027545"/>
              </a:tblGrid>
              <a:tr h="721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环节</a:t>
                      </a:r>
                      <a:endParaRPr lang="en-US" sz="2800" b="1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钛投标优势</a:t>
                      </a:r>
                      <a:endParaRPr lang="en-US" sz="2800" b="1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云境优势</a:t>
                      </a:r>
                      <a:endParaRPr lang="en-US" sz="2800" b="1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法本策略</a:t>
                      </a:r>
                      <a:endParaRPr lang="en-US" sz="2800" b="1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</a:tr>
              <a:tr h="1106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招标解析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分屏核对、五标签、逐字段编辑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灵活上传/粘贴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做重解析与证据锚点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目录生成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参数配置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逐章字数、模板库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结构设计工具化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正文撰写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以标写标、多模型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人机协作、RAG透明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三栏编辑 + Agent助手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审核检查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七维检查、五级结果、降重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较薄弱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产品级质量工作台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排版导出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六级编号、格式内容分离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后台导出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536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Word工程能力沉淀</a:t>
                      </a:r>
                      <a:endParaRPr lang="en-US" sz="2800" dirty="0">
                        <a:solidFill>
                          <a:srgbClr val="2536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829435" y="9570720"/>
            <a:ext cx="20848320" cy="1645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差异化定位：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竞品都是</a:t>
            </a:r>
            <a:r>
              <a:rPr lang="en-US" altLang="zh-CN" sz="2800" b="1" dirty="0">
                <a:solidFill>
                  <a:srgbClr val="518F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+AI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的模式，不够灵活泛化，同时对</a:t>
            </a:r>
            <a:r>
              <a:rPr lang="en-US" altLang="zh-CN" sz="2800" b="1" dirty="0">
                <a:solidFill>
                  <a:srgbClr val="518F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企业数据资产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没有有效的结合</a:t>
            </a: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我们应该以</a:t>
            </a:r>
            <a:r>
              <a:rPr lang="en-US" altLang="zh-CN" sz="2800" b="1" dirty="0">
                <a:solidFill>
                  <a:srgbClr val="518F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AI+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的模式，深化</a:t>
            </a: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“钛投标的严谨检查 + 云境的人机协作 + 法本企业级平台能力”。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法本优势：具备大型客户项目管理经验、行业解决方案沉淀、私有化交付与企业系统集成能力。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4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1917680" cy="1445260"/>
          </a:xfrm>
        </p:spPr>
        <p:txBody>
          <a:bodyPr/>
          <a:lstStyle/>
          <a:p>
            <a:pPr algn="l"/>
            <a:r>
              <a:rPr lang="zh-CN" altLang="en-US"/>
              <a:t>客户洞察：高频投标客户的核心痛点与价值闭环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市场洞察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463675" y="2429256"/>
            <a:ext cx="649224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63675" y="2429256"/>
            <a:ext cx="146304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866011" y="2758440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效率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66011" y="3489960"/>
            <a:ext cx="5852160" cy="6949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3-10天内完成几百页材料，跨部门沟通成本高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70315" y="2429256"/>
            <a:ext cx="649224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870315" y="2429256"/>
            <a:ext cx="146304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272651" y="2758440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合规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72651" y="3489960"/>
            <a:ext cx="5852160" cy="6949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资格/废标/签章/格式遗漏导致低级失误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276955" y="2429256"/>
            <a:ext cx="649224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276955" y="2429256"/>
            <a:ext cx="146304" cy="2011680"/>
          </a:xfrm>
          <a:prstGeom prst="rect">
            <a:avLst/>
          </a:prstGeom>
          <a:solidFill>
            <a:srgbClr val="0066B3"/>
          </a:solidFill>
          <a:ln w="12700">
            <a:solidFill>
              <a:srgbClr val="006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6679291" y="2758440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679291" y="3489960"/>
            <a:ext cx="5852160" cy="6949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评分点覆盖不充分，方案难以贴合招标文件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463675" y="5263896"/>
            <a:ext cx="649224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463675" y="5263896"/>
            <a:ext cx="146304" cy="2011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866011" y="5593080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复用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66011" y="6324600"/>
            <a:ext cx="5852160" cy="6949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历史案例、资质、人员、产品参数散落在文件夹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70315" y="5263896"/>
            <a:ext cx="649224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870315" y="5263896"/>
            <a:ext cx="146304" cy="20116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272651" y="5593080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协同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272651" y="6324600"/>
            <a:ext cx="5852160" cy="6949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售前、交付、商务、法务版本不一致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6555" y="8458200"/>
            <a:ext cx="2103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客户价值闭环：痛点识别 → AI解析与知识匹配 → 逐章生成 → 七维检查 → 自动排版 → 标书资产回流知识库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362835" y="9738360"/>
            <a:ext cx="2560320" cy="1097280"/>
          </a:xfrm>
          <a:prstGeom prst="hexagon">
            <a:avLst/>
          </a:prstGeom>
          <a:solidFill>
            <a:srgbClr val="0066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362835" y="100858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客户上传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14595" y="10287000"/>
            <a:ext cx="1280160" cy="0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77635" y="9738360"/>
            <a:ext cx="2560320" cy="1097280"/>
          </a:xfrm>
          <a:prstGeom prst="hexagon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77635" y="100858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AI生产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129395" y="10287000"/>
            <a:ext cx="1280160" cy="0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592435" y="9738360"/>
            <a:ext cx="2560320" cy="1097280"/>
          </a:xfrm>
          <a:prstGeom prst="hexagon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592435" y="100858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质量检查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244195" y="10287000"/>
            <a:ext cx="1280160" cy="0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4707235" y="9738360"/>
            <a:ext cx="2560320" cy="1097280"/>
          </a:xfrm>
          <a:prstGeom prst="hexagon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4707235" y="100858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格式导出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7358995" y="10287000"/>
            <a:ext cx="1280160" cy="0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8822035" y="9738360"/>
            <a:ext cx="2560320" cy="1097280"/>
          </a:xfrm>
          <a:prstGeom prst="hexagon">
            <a:avLst/>
          </a:prstGeom>
          <a:solidFill>
            <a:srgbClr val="6C5C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8822035" y="100858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知识回流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3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4566265" cy="1445260"/>
          </a:xfrm>
        </p:spPr>
        <p:txBody>
          <a:bodyPr/>
          <a:lstStyle/>
          <a:p>
            <a:pPr algn="l"/>
            <a:r>
              <a:rPr lang="zh-CN" altLang="en-US"/>
              <a:t>市场洞察结论：建议立项，抢占“</a:t>
            </a:r>
            <a:r>
              <a:rPr lang="en-US" altLang="zh-CN"/>
              <a:t>AI+</a:t>
            </a:r>
            <a:r>
              <a:rPr lang="zh-CN" altLang="en-US"/>
              <a:t>招投标”企业级窗口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市场洞察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72235" y="3611880"/>
            <a:ext cx="694944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372235" y="3611880"/>
            <a:ext cx="146304" cy="2468880"/>
          </a:xfrm>
          <a:prstGeom prst="rect">
            <a:avLst/>
          </a:prstGeom>
          <a:solidFill>
            <a:srgbClr val="0066B3"/>
          </a:solidFill>
          <a:ln w="12700">
            <a:solidFill>
              <a:srgbClr val="006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74571" y="3941064"/>
            <a:ext cx="6309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市场吸引力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74571" y="4672584"/>
            <a:ext cx="6309360" cy="11521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政策明确、客户刚需、AI能力成熟；招投标高频、高价值、强规范，适合Agent落地。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7435" y="3611880"/>
            <a:ext cx="694944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7435" y="3611880"/>
            <a:ext cx="146304" cy="24688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089771" y="3941064"/>
            <a:ext cx="6309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合作与借鉴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89771" y="4672584"/>
            <a:ext cx="6309360" cy="11521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借鉴竞品最佳实践；与模型、OCR、文档转换、向量数据库、渠道伙伴生态协同。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002635" y="3611880"/>
            <a:ext cx="694944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002635" y="3611880"/>
            <a:ext cx="146304" cy="2468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6404971" y="3941064"/>
            <a:ext cx="6309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</a:rPr>
              <a:t>为什么法本能赢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04971" y="4672584"/>
            <a:ext cx="6309360" cy="11521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企业级交付、行业知识、私有化部署、项目管理和自有Agent平台叠加，形成可复制解决方案。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829435" y="7269480"/>
            <a:ext cx="9326880" cy="1316736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103755" y="7562088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优势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41115" y="7580376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自有平台、行业交付、可信部署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436475" y="7269480"/>
            <a:ext cx="9326880" cy="1316736"/>
          </a:xfrm>
          <a:prstGeom prst="roundRect">
            <a:avLst>
              <a:gd name="adj" fmla="val 8333"/>
            </a:avLst>
          </a:prstGeom>
          <a:solidFill>
            <a:srgbClr val="FFF5E9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710795" y="7562088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 短板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448155" y="7580376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标书</a:t>
            </a:r>
            <a:r>
              <a:rPr lang="zh-CN" alt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行业经验和数据需要更多积累</a:t>
            </a:r>
            <a:endParaRPr lang="zh-CN" alt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829435" y="9098280"/>
            <a:ext cx="9326880" cy="1316736"/>
          </a:xfrm>
          <a:prstGeom prst="roundRect">
            <a:avLst>
              <a:gd name="adj" fmla="val 8333"/>
            </a:avLst>
          </a:prstGeom>
          <a:solidFill>
            <a:srgbClr val="FFF5E9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2103755" y="9390888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 机会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41115" y="9409176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政策推动 + 客户降本增效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2436475" y="9098280"/>
            <a:ext cx="9326880" cy="1316736"/>
          </a:xfrm>
          <a:prstGeom prst="roundRect">
            <a:avLst>
              <a:gd name="adj" fmla="val 8333"/>
            </a:avLst>
          </a:prstGeom>
          <a:solidFill>
            <a:srgbClr val="FFF5E9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2710795" y="9390888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威胁</a:t>
            </a:r>
            <a:endParaRPr lang="en-US" sz="2800" b="1" dirty="0">
              <a:solidFill>
                <a:srgbClr val="17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4448155" y="9409176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5364A"/>
                </a:solidFill>
                <a:latin typeface="微软雅黑" panose="020B0503020204020204" charset="-122"/>
                <a:ea typeface="微软雅黑" panose="020B0503020204020204" charset="-122"/>
              </a:rPr>
              <a:t>专业竞品先发、模型成本波动</a:t>
            </a:r>
            <a:endParaRPr lang="en-US" sz="2800" dirty="0">
              <a:solidFill>
                <a:srgbClr val="2536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23538" y="565926"/>
            <a:ext cx="10946130" cy="768350"/>
          </a:xfrm>
        </p:spPr>
        <p:txBody>
          <a:bodyPr/>
          <a:lstStyle/>
          <a:p>
            <a:pPr algn="l"/>
            <a:r>
              <a:rPr altLang="zh-CN"/>
              <a:t>产品设计：以</a:t>
            </a:r>
            <a:r>
              <a:rPr lang="en-US" altLang="zh-CN"/>
              <a:t>FarClaw+Skills</a:t>
            </a:r>
            <a:r>
              <a:t>构建投标产品</a:t>
            </a:r>
          </a:p>
        </p:txBody>
      </p:sp>
      <p:sp>
        <p:nvSpPr>
          <p:cNvPr id="3" name="Text 1"/>
          <p:cNvSpPr/>
          <p:nvPr/>
        </p:nvSpPr>
        <p:spPr>
          <a:xfrm>
            <a:off x="18471515" y="585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7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研发计划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475" y="1499616"/>
            <a:ext cx="22311360" cy="0"/>
          </a:xfrm>
          <a:prstGeom prst="line">
            <a:avLst/>
          </a:prstGeom>
          <a:noFill/>
          <a:ln w="15240">
            <a:solidFill>
              <a:srgbClr val="0066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hape 9"/>
          <p:cNvSpPr/>
          <p:nvPr/>
        </p:nvSpPr>
        <p:spPr>
          <a:xfrm>
            <a:off x="1006475" y="2468880"/>
            <a:ext cx="22347936" cy="1920240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2700">
            <a:solidFill>
              <a:srgbClr val="D4E8FF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10"/>
          <p:cNvSpPr/>
          <p:nvPr/>
        </p:nvSpPr>
        <p:spPr>
          <a:xfrm>
            <a:off x="1427099" y="2834640"/>
            <a:ext cx="246888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核心设计原则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" name="Shape 11"/>
          <p:cNvSpPr/>
          <p:nvPr/>
        </p:nvSpPr>
        <p:spPr>
          <a:xfrm>
            <a:off x="4023995" y="2743200"/>
            <a:ext cx="4297680" cy="135064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BD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12"/>
          <p:cNvSpPr/>
          <p:nvPr/>
        </p:nvSpPr>
        <p:spPr>
          <a:xfrm>
            <a:off x="4243451" y="2889504"/>
            <a:ext cx="1316736" cy="32918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精准控制</a:t>
            </a:r>
            <a:endParaRPr lang="en-US" sz="24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5541645" y="2816225"/>
            <a:ext cx="2523490" cy="12776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分屏核对、目录树、富文本、检查报告、格式预览</a:t>
            </a:r>
            <a:endParaRPr lang="en-US" sz="24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8650605" y="2743200"/>
            <a:ext cx="4297680" cy="135445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BD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5"/>
          <p:cNvSpPr/>
          <p:nvPr/>
        </p:nvSpPr>
        <p:spPr>
          <a:xfrm>
            <a:off x="8870315" y="2889504"/>
            <a:ext cx="1316736" cy="32918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智能辅助</a:t>
            </a:r>
            <a:endParaRPr lang="en-US" sz="24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10168890" y="2816225"/>
            <a:ext cx="2523490" cy="12522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FarClaw常驻侧边栏，理解上下文并操控页面</a:t>
            </a:r>
            <a:endParaRPr lang="en-US" sz="24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13277850" y="2743200"/>
            <a:ext cx="4297680" cy="135445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BD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8"/>
          <p:cNvSpPr/>
          <p:nvPr/>
        </p:nvSpPr>
        <p:spPr>
          <a:xfrm>
            <a:off x="13497179" y="2889504"/>
            <a:ext cx="1316736" cy="32918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追溯可信</a:t>
            </a:r>
            <a:endParaRPr lang="en-US" sz="24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14795500" y="2816225"/>
            <a:ext cx="2745740" cy="12598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RAG引用锚点 + 原文定位 + 人工确认，降低幻觉与废标风险</a:t>
            </a:r>
            <a:endParaRPr lang="en-US" sz="24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17904460" y="2743200"/>
            <a:ext cx="4297680" cy="135064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BD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1"/>
          <p:cNvSpPr/>
          <p:nvPr/>
        </p:nvSpPr>
        <p:spPr>
          <a:xfrm>
            <a:off x="18124043" y="2889504"/>
            <a:ext cx="1316736" cy="32918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越用越强</a:t>
            </a:r>
            <a:endParaRPr lang="en-US" sz="24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19422745" y="2816225"/>
            <a:ext cx="2652395" cy="12598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企业自有库/知识库沉淀，复用历史标书风格与资质材料</a:t>
            </a:r>
            <a:endParaRPr lang="en-US" sz="24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1134491" y="4663440"/>
            <a:ext cx="4023360" cy="438912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投标</a:t>
            </a: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流水线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4792091" y="4718304"/>
            <a:ext cx="1426464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从“招标文件”到“高质量可交付标书”，以 Project Context 作为唯一数据真相源，支持断点续跑与反馈闭环</a:t>
            </a:r>
            <a:endParaRPr lang="en-US" sz="24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Shape 25"/>
          <p:cNvSpPr/>
          <p:nvPr/>
        </p:nvSpPr>
        <p:spPr>
          <a:xfrm>
            <a:off x="1134491" y="5541264"/>
            <a:ext cx="3328416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26"/>
          <p:cNvSpPr/>
          <p:nvPr/>
        </p:nvSpPr>
        <p:spPr>
          <a:xfrm>
            <a:off x="1353947" y="5797296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27"/>
          <p:cNvSpPr/>
          <p:nvPr/>
        </p:nvSpPr>
        <p:spPr>
          <a:xfrm>
            <a:off x="1417955" y="5916168"/>
            <a:ext cx="493776" cy="21945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01</a:t>
            </a:r>
            <a:endParaRPr lang="en-US" sz="2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2" name="Text 28"/>
          <p:cNvSpPr/>
          <p:nvPr/>
        </p:nvSpPr>
        <p:spPr>
          <a:xfrm>
            <a:off x="2085467" y="5797296"/>
            <a:ext cx="20116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知识库提取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3" name="Text 29"/>
          <p:cNvSpPr/>
          <p:nvPr/>
        </p:nvSpPr>
        <p:spPr>
          <a:xfrm>
            <a:off x="1427099" y="6601968"/>
            <a:ext cx="2651760" cy="84124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企业自有库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非结构化RAG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Shape 30"/>
          <p:cNvSpPr/>
          <p:nvPr/>
        </p:nvSpPr>
        <p:spPr>
          <a:xfrm>
            <a:off x="1408811" y="7626096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EF6FF"/>
          </a:solidFill>
          <a:ln w="12700">
            <a:solidFill>
              <a:srgbClr val="D8E9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1"/>
          <p:cNvSpPr/>
          <p:nvPr/>
        </p:nvSpPr>
        <p:spPr>
          <a:xfrm>
            <a:off x="1518539" y="7699248"/>
            <a:ext cx="1737360" cy="1828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持续更新</a:t>
            </a:r>
            <a:endParaRPr lang="en-US" sz="23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6" name="Shape 32"/>
          <p:cNvSpPr/>
          <p:nvPr/>
        </p:nvSpPr>
        <p:spPr>
          <a:xfrm>
            <a:off x="4517771" y="6876288"/>
            <a:ext cx="237744" cy="0"/>
          </a:xfrm>
          <a:prstGeom prst="line">
            <a:avLst/>
          </a:prstGeom>
          <a:noFill/>
          <a:ln w="22860">
            <a:solidFill>
              <a:srgbClr val="82B8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33"/>
          <p:cNvSpPr/>
          <p:nvPr/>
        </p:nvSpPr>
        <p:spPr>
          <a:xfrm>
            <a:off x="4865243" y="5541264"/>
            <a:ext cx="3328416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34"/>
          <p:cNvSpPr/>
          <p:nvPr/>
        </p:nvSpPr>
        <p:spPr>
          <a:xfrm>
            <a:off x="5084699" y="5797296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35"/>
          <p:cNvSpPr/>
          <p:nvPr/>
        </p:nvSpPr>
        <p:spPr>
          <a:xfrm>
            <a:off x="5148707" y="5916168"/>
            <a:ext cx="493776" cy="21945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02</a:t>
            </a:r>
            <a:endParaRPr lang="en-US" sz="2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0" name="Text 36"/>
          <p:cNvSpPr/>
          <p:nvPr/>
        </p:nvSpPr>
        <p:spPr>
          <a:xfrm>
            <a:off x="5816219" y="5797296"/>
            <a:ext cx="20116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标书解析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1" name="Text 37"/>
          <p:cNvSpPr/>
          <p:nvPr/>
        </p:nvSpPr>
        <p:spPr>
          <a:xfrm>
            <a:off x="5157851" y="6601968"/>
            <a:ext cx="2651760" cy="84124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五标签分类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原文锚点定位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Shape 38"/>
          <p:cNvSpPr/>
          <p:nvPr/>
        </p:nvSpPr>
        <p:spPr>
          <a:xfrm>
            <a:off x="5139563" y="7626096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EF6FF"/>
          </a:solidFill>
          <a:ln w="12700">
            <a:solidFill>
              <a:srgbClr val="D8E9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39"/>
          <p:cNvSpPr/>
          <p:nvPr/>
        </p:nvSpPr>
        <p:spPr>
          <a:xfrm>
            <a:off x="5249291" y="7699248"/>
            <a:ext cx="1737360" cy="1828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信息入口</a:t>
            </a:r>
            <a:endParaRPr lang="en-US" sz="23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4" name="Shape 40"/>
          <p:cNvSpPr/>
          <p:nvPr/>
        </p:nvSpPr>
        <p:spPr>
          <a:xfrm>
            <a:off x="8248523" y="6876288"/>
            <a:ext cx="237744" cy="0"/>
          </a:xfrm>
          <a:prstGeom prst="line">
            <a:avLst/>
          </a:prstGeom>
          <a:noFill/>
          <a:ln w="22860">
            <a:solidFill>
              <a:srgbClr val="82B8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41"/>
          <p:cNvSpPr/>
          <p:nvPr/>
        </p:nvSpPr>
        <p:spPr>
          <a:xfrm>
            <a:off x="8595995" y="5541264"/>
            <a:ext cx="3328416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42"/>
          <p:cNvSpPr/>
          <p:nvPr/>
        </p:nvSpPr>
        <p:spPr>
          <a:xfrm>
            <a:off x="8815451" y="5797296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43"/>
          <p:cNvSpPr/>
          <p:nvPr/>
        </p:nvSpPr>
        <p:spPr>
          <a:xfrm>
            <a:off x="8879459" y="5916168"/>
            <a:ext cx="493776" cy="21945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03</a:t>
            </a:r>
            <a:endParaRPr lang="en-US" sz="2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8" name="Text 44"/>
          <p:cNvSpPr/>
          <p:nvPr/>
        </p:nvSpPr>
        <p:spPr>
          <a:xfrm>
            <a:off x="9546971" y="5797296"/>
            <a:ext cx="20116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目录生成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9" name="Text 45"/>
          <p:cNvSpPr/>
          <p:nvPr/>
        </p:nvSpPr>
        <p:spPr>
          <a:xfrm>
            <a:off x="8888603" y="6601968"/>
            <a:ext cx="2651760" cy="84124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AI/粘贴/模板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逐章字数控制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Shape 46"/>
          <p:cNvSpPr/>
          <p:nvPr/>
        </p:nvSpPr>
        <p:spPr>
          <a:xfrm>
            <a:off x="8870315" y="7626096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EF6FF"/>
          </a:solidFill>
          <a:ln w="12700">
            <a:solidFill>
              <a:srgbClr val="D8E9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47"/>
          <p:cNvSpPr/>
          <p:nvPr/>
        </p:nvSpPr>
        <p:spPr>
          <a:xfrm>
            <a:off x="8980043" y="7699248"/>
            <a:ext cx="1737360" cy="1828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骨架设计</a:t>
            </a:r>
            <a:endParaRPr lang="en-US" sz="23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2" name="Shape 48"/>
          <p:cNvSpPr/>
          <p:nvPr/>
        </p:nvSpPr>
        <p:spPr>
          <a:xfrm>
            <a:off x="11979275" y="6876288"/>
            <a:ext cx="237744" cy="0"/>
          </a:xfrm>
          <a:prstGeom prst="line">
            <a:avLst/>
          </a:prstGeom>
          <a:noFill/>
          <a:ln w="22860">
            <a:solidFill>
              <a:srgbClr val="82B8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49"/>
          <p:cNvSpPr/>
          <p:nvPr/>
        </p:nvSpPr>
        <p:spPr>
          <a:xfrm>
            <a:off x="12326747" y="5541264"/>
            <a:ext cx="3328416" cy="2706624"/>
          </a:xfrm>
          <a:prstGeom prst="roundRect">
            <a:avLst>
              <a:gd name="adj" fmla="val 5405"/>
            </a:avLst>
          </a:prstGeom>
          <a:solidFill>
            <a:srgbClr val="E9F3FF"/>
          </a:solidFill>
          <a:ln w="12700">
            <a:solidFill>
              <a:srgbClr val="7EBBFF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50"/>
          <p:cNvSpPr/>
          <p:nvPr/>
        </p:nvSpPr>
        <p:spPr>
          <a:xfrm>
            <a:off x="12546203" y="5797296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51"/>
          <p:cNvSpPr/>
          <p:nvPr/>
        </p:nvSpPr>
        <p:spPr>
          <a:xfrm>
            <a:off x="12610211" y="5916168"/>
            <a:ext cx="493776" cy="21945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04</a:t>
            </a:r>
            <a:endParaRPr lang="en-US" sz="2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6" name="Text 52"/>
          <p:cNvSpPr/>
          <p:nvPr/>
        </p:nvSpPr>
        <p:spPr>
          <a:xfrm>
            <a:off x="13277723" y="5797296"/>
            <a:ext cx="20116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标书生成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7" name="Text 53"/>
          <p:cNvSpPr/>
          <p:nvPr/>
        </p:nvSpPr>
        <p:spPr>
          <a:xfrm>
            <a:off x="12619355" y="6601968"/>
            <a:ext cx="2651760" cy="84124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逐章撰写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引用透明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Shape 54"/>
          <p:cNvSpPr/>
          <p:nvPr/>
        </p:nvSpPr>
        <p:spPr>
          <a:xfrm>
            <a:off x="12601067" y="7626096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EF6FF"/>
          </a:solidFill>
          <a:ln w="12700">
            <a:solidFill>
              <a:srgbClr val="D8E9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55"/>
          <p:cNvSpPr/>
          <p:nvPr/>
        </p:nvSpPr>
        <p:spPr>
          <a:xfrm>
            <a:off x="12710795" y="7699248"/>
            <a:ext cx="1737360" cy="1828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核心写作</a:t>
            </a:r>
            <a:endParaRPr lang="en-US" sz="23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0" name="Shape 56"/>
          <p:cNvSpPr/>
          <p:nvPr/>
        </p:nvSpPr>
        <p:spPr>
          <a:xfrm>
            <a:off x="15710027" y="6876288"/>
            <a:ext cx="237744" cy="0"/>
          </a:xfrm>
          <a:prstGeom prst="line">
            <a:avLst/>
          </a:prstGeom>
          <a:noFill/>
          <a:ln w="22860">
            <a:solidFill>
              <a:srgbClr val="82B8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57"/>
          <p:cNvSpPr/>
          <p:nvPr/>
        </p:nvSpPr>
        <p:spPr>
          <a:xfrm>
            <a:off x="16057499" y="5541264"/>
            <a:ext cx="3328416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58"/>
          <p:cNvSpPr/>
          <p:nvPr/>
        </p:nvSpPr>
        <p:spPr>
          <a:xfrm>
            <a:off x="16276955" y="5797296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59"/>
          <p:cNvSpPr/>
          <p:nvPr/>
        </p:nvSpPr>
        <p:spPr>
          <a:xfrm>
            <a:off x="16340963" y="5916168"/>
            <a:ext cx="493776" cy="21945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05</a:t>
            </a:r>
            <a:endParaRPr lang="en-US" sz="2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4" name="Text 60"/>
          <p:cNvSpPr/>
          <p:nvPr/>
        </p:nvSpPr>
        <p:spPr>
          <a:xfrm>
            <a:off x="17008475" y="5797296"/>
            <a:ext cx="20116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标书检查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5" name="Text 61"/>
          <p:cNvSpPr/>
          <p:nvPr/>
        </p:nvSpPr>
        <p:spPr>
          <a:xfrm>
            <a:off x="16350107" y="6601968"/>
            <a:ext cx="2651760" cy="84124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七维检查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五级风险结果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Shape 62"/>
          <p:cNvSpPr/>
          <p:nvPr/>
        </p:nvSpPr>
        <p:spPr>
          <a:xfrm>
            <a:off x="16331819" y="7626096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EF6FF"/>
          </a:solidFill>
          <a:ln w="12700">
            <a:solidFill>
              <a:srgbClr val="D8E9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63"/>
          <p:cNvSpPr/>
          <p:nvPr/>
        </p:nvSpPr>
        <p:spPr>
          <a:xfrm>
            <a:off x="16441547" y="7699248"/>
            <a:ext cx="1737360" cy="1828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质量把关</a:t>
            </a:r>
            <a:endParaRPr lang="en-US" sz="23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8" name="Shape 64"/>
          <p:cNvSpPr/>
          <p:nvPr/>
        </p:nvSpPr>
        <p:spPr>
          <a:xfrm>
            <a:off x="19440779" y="6876288"/>
            <a:ext cx="237744" cy="0"/>
          </a:xfrm>
          <a:prstGeom prst="line">
            <a:avLst/>
          </a:prstGeom>
          <a:noFill/>
          <a:ln w="22860">
            <a:solidFill>
              <a:srgbClr val="82B8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65"/>
          <p:cNvSpPr/>
          <p:nvPr/>
        </p:nvSpPr>
        <p:spPr>
          <a:xfrm>
            <a:off x="19788251" y="5541264"/>
            <a:ext cx="3328416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66"/>
          <p:cNvSpPr/>
          <p:nvPr/>
        </p:nvSpPr>
        <p:spPr>
          <a:xfrm>
            <a:off x="20007707" y="5797296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Text 67"/>
          <p:cNvSpPr/>
          <p:nvPr/>
        </p:nvSpPr>
        <p:spPr>
          <a:xfrm>
            <a:off x="20071715" y="5916168"/>
            <a:ext cx="493776" cy="21945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06</a:t>
            </a:r>
            <a:endParaRPr lang="en-US" sz="2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2" name="Text 68"/>
          <p:cNvSpPr/>
          <p:nvPr/>
        </p:nvSpPr>
        <p:spPr>
          <a:xfrm>
            <a:off x="20739227" y="5797296"/>
            <a:ext cx="20116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格式排版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3" name="Text 69"/>
          <p:cNvSpPr/>
          <p:nvPr/>
        </p:nvSpPr>
        <p:spPr>
          <a:xfrm>
            <a:off x="20080859" y="6601968"/>
            <a:ext cx="2651760" cy="84124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样式映射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DOCX/PDF导出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Shape 70"/>
          <p:cNvSpPr/>
          <p:nvPr/>
        </p:nvSpPr>
        <p:spPr>
          <a:xfrm>
            <a:off x="20062571" y="7626096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EF6FF"/>
          </a:solidFill>
          <a:ln w="12700">
            <a:solidFill>
              <a:srgbClr val="D8E9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71"/>
          <p:cNvSpPr/>
          <p:nvPr/>
        </p:nvSpPr>
        <p:spPr>
          <a:xfrm>
            <a:off x="20172299" y="7699248"/>
            <a:ext cx="1737360" cy="1828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最终呈现</a:t>
            </a:r>
            <a:endParaRPr lang="en-US" sz="23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6" name="Shape 72"/>
          <p:cNvSpPr/>
          <p:nvPr/>
        </p:nvSpPr>
        <p:spPr>
          <a:xfrm>
            <a:off x="13625195" y="8156448"/>
            <a:ext cx="4937760" cy="1005840"/>
          </a:xfrm>
          <a:prstGeom prst="arc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73"/>
          <p:cNvSpPr/>
          <p:nvPr/>
        </p:nvSpPr>
        <p:spPr>
          <a:xfrm>
            <a:off x="14173835" y="8787130"/>
            <a:ext cx="4843780" cy="292735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检查问题 → 精准重写 → 复检</a:t>
            </a:r>
            <a:endParaRPr lang="en-US" sz="2400" b="1" dirty="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Shape 74"/>
          <p:cNvSpPr/>
          <p:nvPr/>
        </p:nvSpPr>
        <p:spPr>
          <a:xfrm>
            <a:off x="1134745" y="9326880"/>
            <a:ext cx="6858000" cy="31419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9" name="Text 75"/>
          <p:cNvSpPr/>
          <p:nvPr/>
        </p:nvSpPr>
        <p:spPr>
          <a:xfrm>
            <a:off x="1500251" y="9637776"/>
            <a:ext cx="310896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数据与编排架构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0" name="Shape 76"/>
          <p:cNvSpPr/>
          <p:nvPr/>
        </p:nvSpPr>
        <p:spPr>
          <a:xfrm>
            <a:off x="1573403" y="10104120"/>
            <a:ext cx="5943600" cy="658368"/>
          </a:xfrm>
          <a:prstGeom prst="roundRect">
            <a:avLst>
              <a:gd name="adj" fmla="val 22222"/>
            </a:avLst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Text 77"/>
          <p:cNvSpPr/>
          <p:nvPr/>
        </p:nvSpPr>
        <p:spPr>
          <a:xfrm>
            <a:off x="1866011" y="10268712"/>
            <a:ext cx="5394960" cy="21945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Context 共享项目上下文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Text 78"/>
          <p:cNvSpPr/>
          <p:nvPr/>
        </p:nvSpPr>
        <p:spPr>
          <a:xfrm>
            <a:off x="1437005" y="10905490"/>
            <a:ext cx="6102985" cy="59817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统一承载：解析结果 / 目录 / 正文 / 检查报告 / 格式配置</a:t>
            </a:r>
            <a:endParaRPr lang="en-US" sz="24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Text 79"/>
          <p:cNvSpPr/>
          <p:nvPr/>
        </p:nvSpPr>
        <p:spPr>
          <a:xfrm>
            <a:off x="1518285" y="11939270"/>
            <a:ext cx="6045835" cy="292735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Hermes Agent 负责编排、路由、状态同步；业务逻辑沉淀在六个独立 Tool/Agent 中</a:t>
            </a:r>
            <a:endParaRPr lang="en-US" sz="24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Shape 80"/>
          <p:cNvSpPr/>
          <p:nvPr/>
        </p:nvSpPr>
        <p:spPr>
          <a:xfrm>
            <a:off x="8504555" y="9326880"/>
            <a:ext cx="7369810" cy="3142615"/>
          </a:xfrm>
          <a:prstGeom prst="roundRect">
            <a:avLst>
              <a:gd name="adj" fmla="val 5517"/>
            </a:avLst>
          </a:prstGeom>
          <a:solidFill>
            <a:srgbClr val="F8FC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5" name="Text 81"/>
          <p:cNvSpPr/>
          <p:nvPr/>
        </p:nvSpPr>
        <p:spPr>
          <a:xfrm>
            <a:off x="8888603" y="9637776"/>
            <a:ext cx="466344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交互形态：页面为主，Agent为辅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Shape 82"/>
          <p:cNvSpPr/>
          <p:nvPr/>
        </p:nvSpPr>
        <p:spPr>
          <a:xfrm>
            <a:off x="9053195" y="10277856"/>
            <a:ext cx="39319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DD7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83"/>
          <p:cNvSpPr/>
          <p:nvPr/>
        </p:nvSpPr>
        <p:spPr>
          <a:xfrm>
            <a:off x="9236075" y="10460736"/>
            <a:ext cx="731520" cy="621792"/>
          </a:xfrm>
          <a:prstGeom prst="rect">
            <a:avLst/>
          </a:prstGeom>
          <a:solidFill>
            <a:srgbClr val="EAF4FF"/>
          </a:solidFill>
          <a:ln w="12700">
            <a:solidFill>
              <a:srgbClr val="E0EE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84"/>
          <p:cNvSpPr/>
          <p:nvPr/>
        </p:nvSpPr>
        <p:spPr>
          <a:xfrm>
            <a:off x="10168763" y="10460736"/>
            <a:ext cx="2450592" cy="109728"/>
          </a:xfrm>
          <a:prstGeom prst="rect">
            <a:avLst/>
          </a:prstGeom>
          <a:solidFill>
            <a:srgbClr val="D4E8FF"/>
          </a:solidFill>
          <a:ln w="12700">
            <a:solidFill>
              <a:srgbClr val="D4E8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hape 85"/>
          <p:cNvSpPr/>
          <p:nvPr/>
        </p:nvSpPr>
        <p:spPr>
          <a:xfrm>
            <a:off x="10168763" y="10753344"/>
            <a:ext cx="1920240" cy="109728"/>
          </a:xfrm>
          <a:prstGeom prst="rect">
            <a:avLst/>
          </a:prstGeom>
          <a:solidFill>
            <a:srgbClr val="D4E8FF"/>
          </a:solidFill>
          <a:ln w="12700">
            <a:solidFill>
              <a:srgbClr val="D4E8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Shape 86"/>
          <p:cNvSpPr/>
          <p:nvPr/>
        </p:nvSpPr>
        <p:spPr>
          <a:xfrm>
            <a:off x="13204571" y="10277856"/>
            <a:ext cx="2121408" cy="1133856"/>
          </a:xfrm>
          <a:prstGeom prst="roundRect">
            <a:avLst>
              <a:gd name="adj" fmla="val 8065"/>
            </a:avLst>
          </a:prstGeom>
          <a:solidFill>
            <a:srgbClr val="EAF4FF"/>
          </a:solidFill>
          <a:ln w="12700">
            <a:solidFill>
              <a:srgbClr val="A9D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Text 87"/>
          <p:cNvSpPr/>
          <p:nvPr/>
        </p:nvSpPr>
        <p:spPr>
          <a:xfrm>
            <a:off x="13497560" y="10570210"/>
            <a:ext cx="1602105" cy="438785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侧边栏</a:t>
            </a:r>
            <a:endParaRPr lang="en-US" sz="24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ext 88"/>
          <p:cNvSpPr/>
          <p:nvPr/>
        </p:nvSpPr>
        <p:spPr>
          <a:xfrm>
            <a:off x="9034907" y="11786616"/>
            <a:ext cx="6035040" cy="31089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5E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页面承载高密度结构化操作；Agent承载自然语言改写、跨章节操作、答疑与流程引导</a:t>
            </a:r>
            <a:endParaRPr lang="en-US" sz="2300" dirty="0">
              <a:solidFill>
                <a:srgbClr val="5E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Shape 89"/>
          <p:cNvSpPr/>
          <p:nvPr/>
        </p:nvSpPr>
        <p:spPr>
          <a:xfrm>
            <a:off x="16405225" y="9326880"/>
            <a:ext cx="6949440" cy="314896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3F8"/>
            </a:solidFill>
            <a:prstDash val="solid"/>
          </a:ln>
          <a:effectLst>
            <a:outerShdw blurRad="12700" dist="50800" dir="2700000" algn="bl" rotWithShape="0">
              <a:srgbClr val="D9E8F8">
                <a:alpha val="2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90"/>
          <p:cNvSpPr/>
          <p:nvPr/>
        </p:nvSpPr>
        <p:spPr>
          <a:xfrm>
            <a:off x="16789019" y="9637776"/>
            <a:ext cx="310896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A6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产品价值闭环</a:t>
            </a:r>
            <a:endParaRPr lang="en-US" sz="2400" b="1" dirty="0">
              <a:solidFill>
                <a:srgbClr val="123A6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5" name="Shape 91"/>
          <p:cNvSpPr/>
          <p:nvPr/>
        </p:nvSpPr>
        <p:spPr>
          <a:xfrm>
            <a:off x="16825595" y="1024128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AF4FF"/>
          </a:solidFill>
          <a:ln w="12700">
            <a:solidFill>
              <a:srgbClr val="D4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Text 92"/>
          <p:cNvSpPr/>
          <p:nvPr/>
        </p:nvSpPr>
        <p:spPr>
          <a:xfrm>
            <a:off x="16953611" y="10323576"/>
            <a:ext cx="585216" cy="14630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对内</a:t>
            </a:r>
            <a:endParaRPr lang="en-US" sz="20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7" name="Text 93"/>
          <p:cNvSpPr/>
          <p:nvPr/>
        </p:nvSpPr>
        <p:spPr>
          <a:xfrm>
            <a:off x="17886045" y="10201910"/>
            <a:ext cx="5201920" cy="2743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赋能投标组：提效、控险、沉淀知识</a:t>
            </a:r>
            <a:endParaRPr lang="en-US" sz="2400" dirty="0">
              <a:solidFill>
                <a:srgbClr val="1C28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8" name="Shape 94"/>
          <p:cNvSpPr/>
          <p:nvPr/>
        </p:nvSpPr>
        <p:spPr>
          <a:xfrm>
            <a:off x="16825595" y="10960608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D4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95"/>
          <p:cNvSpPr/>
          <p:nvPr/>
        </p:nvSpPr>
        <p:spPr>
          <a:xfrm>
            <a:off x="16953611" y="11042904"/>
            <a:ext cx="585216" cy="14630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对外</a:t>
            </a:r>
            <a:endParaRPr lang="en-US" sz="20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0" name="Text 96"/>
          <p:cNvSpPr/>
          <p:nvPr/>
        </p:nvSpPr>
        <p:spPr>
          <a:xfrm>
            <a:off x="17886045" y="10920730"/>
            <a:ext cx="5205095" cy="2743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产品化售卖：标书AI工作台/私有化/行业模板包</a:t>
            </a:r>
            <a:endParaRPr lang="en-US" sz="2400" dirty="0">
              <a:solidFill>
                <a:srgbClr val="1C28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Shape 97"/>
          <p:cNvSpPr/>
          <p:nvPr/>
        </p:nvSpPr>
        <p:spPr>
          <a:xfrm>
            <a:off x="16825595" y="11679936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F4FAFF"/>
          </a:solidFill>
          <a:ln w="12700">
            <a:solidFill>
              <a:srgbClr val="D4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Text 98"/>
          <p:cNvSpPr/>
          <p:nvPr/>
        </p:nvSpPr>
        <p:spPr>
          <a:xfrm>
            <a:off x="16953611" y="11762232"/>
            <a:ext cx="585216" cy="14630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增长</a:t>
            </a:r>
            <a:endParaRPr lang="en-US" sz="2000" b="1" dirty="0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3" name="Text 99"/>
          <p:cNvSpPr/>
          <p:nvPr/>
        </p:nvSpPr>
        <p:spPr>
          <a:xfrm>
            <a:off x="17886045" y="11792585"/>
            <a:ext cx="5160010" cy="2743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C28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从项目交付能力升级为可复用AI产品能力</a:t>
            </a:r>
            <a:endParaRPr lang="en-US" sz="2400" dirty="0">
              <a:solidFill>
                <a:srgbClr val="1C28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PLACING_PICTURE_USER_VIEWPORT" val="{&quot;height&quot;:849,&quot;width&quot;:3666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0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1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2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3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4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5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6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7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8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29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30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31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32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33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34.xml><?xml version="1.0" encoding="utf-8"?>
<p:tagLst xmlns:p="http://schemas.openxmlformats.org/presentationml/2006/main">
  <p:tag name="KSO_WM_DIAGRAM_VIRTUALLY_FRAME" val="{&quot;height&quot;:366.75,&quot;left&quot;:376.9,&quot;top&quot;:82.3,&quot;width&quot;:406.5}"/>
</p:tagLst>
</file>

<file path=ppt/tags/tag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AICARD_INVALID" val="Invalid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AICARD_INVALID" val="Invalid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AICARD_INVALID" val="Invalid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AICARD_INVALID" val="Invalid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AICARD_INVALID" val="Invalid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AICARD_INVALID" val="Invalid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AICARD_INVALID" val="Invalid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AICARD_INVALID" val="Invalid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AICARD_INVALID" val="Invalid"/>
</p:tagLst>
</file>

<file path=ppt/tags/tag56.xml><?xml version="1.0" encoding="utf-8"?>
<p:tagLst xmlns:p="http://schemas.openxmlformats.org/presentationml/2006/main">
  <p:tag name="RESOURCE_RECORD_KEY" val="{&quot;13&quot;:[19965474,19965469,19971666,4563121,4663468,4695728,19951220,4685212],&quot;29&quot;:[20426279],&quot;70&quot;:[3317787,3317789,3321778]}"/>
  <p:tag name="COMMONDATA" val="eyJoZGlkIjoiMWExZDhmODgxNjc0NjM0NTJjOTJlN2NhOGYyZjQwMm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 Black"/>
        <a:ea typeface="思源黑体 CN Regular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square" lIns="0" tIns="0" rIns="0" bIns="0" rtlCol="0" anchor="t" anchorCtr="0">
        <a:noAutofit/>
      </a:bodyPr>
      <a:lstStyle>
        <a:defPPr indent="0" algn="l" fontAlgn="auto">
          <a:lnSpc>
            <a:spcPct val="150000"/>
          </a:lnSpc>
          <a:buFont typeface="Arial" panose="020B0604020202020204" pitchFamily="34" charset="0"/>
          <a:buNone/>
          <a:defRPr lang="zh-CN" altLang="en-US" sz="2800" dirty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charset="-122"/>
            <a:ea typeface="微软雅黑" panose="020B050302020402020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3240</Words>
  <Application>WPS 演示</Application>
  <PresentationFormat>自定义</PresentationFormat>
  <Paragraphs>451</Paragraphs>
  <Slides>11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思源黑体 CN Bold</vt:lpstr>
      <vt:lpstr>黑体</vt:lpstr>
      <vt:lpstr>思源黑体 CN Normal</vt:lpstr>
      <vt:lpstr>思源黑体 CN Regular</vt:lpstr>
      <vt:lpstr>微软雅黑</vt:lpstr>
      <vt:lpstr>Noto Sans CJK SC</vt:lpstr>
      <vt:lpstr>MingLiU-ExtB</vt:lpstr>
      <vt:lpstr>KSOF954951BB</vt:lpstr>
      <vt:lpstr>FFont-Family</vt:lpstr>
      <vt:lpstr>Arial Unicode MS</vt:lpstr>
      <vt:lpstr>Calibri</vt:lpstr>
      <vt:lpstr>Noto Sans CJK SC</vt:lpstr>
      <vt:lpstr>Arial Black</vt:lpstr>
      <vt:lpstr>KSOFD72470BC</vt:lpstr>
      <vt:lpstr>KSOF28C8607A</vt:lpstr>
      <vt:lpstr>Office Theme</vt:lpstr>
      <vt:lpstr>PowerPoint 演示文稿</vt:lpstr>
      <vt:lpstr>研发背景：投标生产方式正在从“人工堆文档”升级为“AI协同作业” </vt:lpstr>
      <vt:lpstr>研发背景：基于法本龙虾的智能投标工作台 </vt:lpstr>
      <vt:lpstr>PowerPoint 演示文稿</vt:lpstr>
      <vt:lpstr>政策与经济环境：招投标 AI 应用进入政策窗口期 </vt:lpstr>
      <vt:lpstr>行业趋势与市场空间：从工具提效走向全流程智能体 </vt:lpstr>
      <vt:lpstr>钛投标 vs 云境标书AI：竞品分析 </vt:lpstr>
      <vt:lpstr>竞争分析：借鉴钛投标与云境标书AI，形成法本差异化 </vt:lpstr>
      <vt:lpstr>客户洞察：高频投标客户的核心痛点与价值闭环 </vt:lpstr>
      <vt:lpstr>市场洞察结论：建议立项，抢占“AI+招投标”企业级窗口 </vt:lpstr>
      <vt:lpstr>产品设计：以FarClaw+Skills构建投标产品</vt:lpstr>
    </vt:vector>
  </TitlesOfParts>
  <Company>稿定设计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稿定设计 ppt</dc:title>
  <dc:creator>稿定设计</dc:creator>
  <dc:subject>www.gaoding.com</dc:subject>
  <cp:lastModifiedBy>Andy</cp:lastModifiedBy>
  <cp:revision>1106</cp:revision>
  <dcterms:created xsi:type="dcterms:W3CDTF">2022-03-22T03:08:00Z</dcterms:created>
  <dcterms:modified xsi:type="dcterms:W3CDTF">2026-08-03T05:53:13Z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197D26A095154AF09C31897E16C6F8E3_13</vt:lpwstr>
  </property>
  <property fmtid="{D5CDD505-2E9C-101B-9397-08002B2CF9AE}" pid="3" name="KSOProductBuildVer">
    <vt:lpwstr>2052-12.1.0.28043</vt:lpwstr>
  </property>
</Properties>
</file>